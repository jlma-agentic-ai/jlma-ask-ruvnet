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RUVNET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AI Projects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 Failing.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3108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 of enterprise AI pilots never reach production.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RuvNet is the infrastructure that fixes that.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500K+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743200" y="4114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12K+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743200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Stars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0" y="4114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100K+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54880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766560" y="4114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80+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766560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Crates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4709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 |  MIT License  |  ruvnet.com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$2.4 Trillion Problem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spending is massive. But most of it is wasted.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3200400" cy="20116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463040"/>
            <a:ext cx="54864" cy="201168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6002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87%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enterprise AI pilots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reach production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05840" y="2834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Gartner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They Fail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754880" y="19659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orchestration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0" y="1965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coordinates 50+ AI agents?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54880" y="23317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memory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0" y="23317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forget everything between sessions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0" y="26974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security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0" y="2697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goes undetected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3063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offline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0" y="3063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internet = no intelligence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54880" y="34290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learning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0" y="3429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never get smarter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" y="3840480"/>
            <a:ext cx="7680960" cy="457200"/>
          </a:xfrm>
          <a:prstGeom prst="rect">
            <a:avLst/>
          </a:prstGeom>
          <a:solidFill>
            <a:srgbClr val="1A2035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3840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vendors give you an engine. You still have to build the car, the road, and the traffic system.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Every AI Provider Is Missing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ship the model. You build the other 11 layers.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188720"/>
                <a:gridCol w="1188720"/>
                <a:gridCol w="1188720"/>
                <a:gridCol w="15544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D4A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Capability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0BEC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OpenAI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0BEC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Anthropic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0BEC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D4A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RuvNet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API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Orchestration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 Memory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 Search (&lt;100µs)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Middleware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/ Air-Gapped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Self-Learning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Anti-Hallucination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WASM Runtime (7.2KB)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provider excels at the model layer. None provide the other 8 layers needed for production.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RuvNet: The Complete Agentic Stack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integrated modules that turn AI models into production-grade autonomous systems.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1417320"/>
            <a:ext cx="2468880" cy="15087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417320"/>
            <a:ext cx="246888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554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Ruflo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17830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Brain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150+ agent types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5 network topologies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68680" y="25603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500K downloads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83280" y="1417320"/>
            <a:ext cx="2468880" cy="15087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83280" y="1417320"/>
            <a:ext cx="2468880" cy="457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3" name="Text 11"/>
          <p:cNvSpPr/>
          <p:nvPr/>
        </p:nvSpPr>
        <p:spPr>
          <a:xfrm>
            <a:off x="3520440" y="1554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RuVector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20440" y="17830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Search Engine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2044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anything in 61µs.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PostgreSQL, not bolted-on RAG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20440" y="25603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8,000x faster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35040" y="1417320"/>
            <a:ext cx="2468880" cy="15087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35040" y="1417320"/>
            <a:ext cx="2468880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9" name="Text 17"/>
          <p:cNvSpPr/>
          <p:nvPr/>
        </p:nvSpPr>
        <p:spPr>
          <a:xfrm>
            <a:off x="6172200" y="1554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AgentDB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172200" y="17830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Memory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7220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memory types. Agents remember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across sessions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172200" y="25603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12,500x retrieval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" y="3108960"/>
            <a:ext cx="2468880" cy="15087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31520" y="3108960"/>
            <a:ext cx="2468880" cy="4572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3246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AIMDS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68680" y="34747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Immune System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68680" y="37033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6 attack types in 0.06ms.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Chaos theory-based security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68680" y="42519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12K+ req/sec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83280" y="3108960"/>
            <a:ext cx="2468880" cy="15087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383280" y="3108960"/>
            <a:ext cx="2468880" cy="4572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31" name="Text 29"/>
          <p:cNvSpPr/>
          <p:nvPr/>
        </p:nvSpPr>
        <p:spPr>
          <a:xfrm>
            <a:off x="3520440" y="3246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RVF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520440" y="34747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Container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520440" y="37033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AI into a single file.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Browser, kernel, or bare metal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520440" y="42519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5.5KB runtime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035040" y="3108960"/>
            <a:ext cx="2468880" cy="15087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035040" y="3108960"/>
            <a:ext cx="2468880" cy="45720"/>
          </a:xfrm>
          <a:prstGeom prst="rect">
            <a:avLst/>
          </a:prstGeom>
          <a:solidFill>
            <a:srgbClr val="E879F9"/>
          </a:solidFill>
          <a:ln/>
        </p:spPr>
      </p:sp>
      <p:sp>
        <p:nvSpPr>
          <p:cNvPr id="37" name="Text 35"/>
          <p:cNvSpPr/>
          <p:nvPr/>
        </p:nvSpPr>
        <p:spPr>
          <a:xfrm>
            <a:off x="6172200" y="3246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79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SONA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172200" y="34747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72200" y="37033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gets smarter with every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decision. Zero cost learning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172200" y="42519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9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 per cycle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Teams. Real Results.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234440"/>
            <a:ext cx="3749040" cy="15544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234440"/>
            <a:ext cx="54864" cy="155448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325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Fox Flow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43200" y="13258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Builder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" y="16459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12.8M queries/sec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14400" y="196596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4,000x faster than Redis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21945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database on RuVector that processes 12.8 million queries per second — four thousand times faster than Redis.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1234440"/>
            <a:ext cx="3749040" cy="15544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1234440"/>
            <a:ext cx="54864" cy="155448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4" name="Text 12"/>
          <p:cNvSpPr/>
          <p:nvPr/>
        </p:nvSpPr>
        <p:spPr>
          <a:xfrm>
            <a:off x="4937760" y="1325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QE Fleet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766560" y="13258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Engineering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37760" y="16459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 autonomous agents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937760" y="196596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12 domains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37760" y="21945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51 AI agents across 12 business domains for fully autonomous quality engineering. Zero manual coordination.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1520" y="3017520"/>
            <a:ext cx="3749040" cy="15544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3017520"/>
            <a:ext cx="54864" cy="155448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 Sentry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743200" y="31089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" y="34290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years expertise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14400" y="374904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medical billing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14400" y="39776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doctor with 30 years of AI experience built automated medical billing fraud detection — real clinical use, real savings.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54880" y="3017520"/>
            <a:ext cx="3749040" cy="15544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3017520"/>
            <a:ext cx="54864" cy="155448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Finland Gov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766560" y="31089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937760" y="34290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scale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937760" y="374904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transformation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37760" y="39776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government deploying RuvNet for AI-native public services — the first country-scale agentic deployment.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aren't our demos. These are our community's production deployments.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5029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Builders Say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3749040" cy="14173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188720"/>
            <a:ext cx="54864" cy="14173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914400" y="150876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0BEC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built a database on RuVector that processes 12.8 million queries per second — 4,000x faster than Redis.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22860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Fox Flow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248716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Builder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3749040" cy="14173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1188720"/>
            <a:ext cx="54864" cy="14173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3" name="Text 11"/>
          <p:cNvSpPr/>
          <p:nvPr/>
        </p:nvSpPr>
        <p:spPr>
          <a:xfrm>
            <a:off x="489204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EA5E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937760" y="150876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0BEC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51 autonomous agents across 12 domains. Zero manual coordination.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37760" y="22860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QE Fleet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48716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Engineering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2834640"/>
            <a:ext cx="3749040" cy="14173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31520" y="2834640"/>
            <a:ext cx="54864" cy="14173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6C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914400" y="315468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0BEC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years of medical AI experience. RuvNet is the first stack that actually works in production.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4400" y="3931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 Sentry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413308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AI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54880" y="2834640"/>
            <a:ext cx="3749040" cy="14173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54880" y="2834640"/>
            <a:ext cx="54864" cy="141732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25" name="Text 23"/>
          <p:cNvSpPr/>
          <p:nvPr/>
        </p:nvSpPr>
        <p:spPr>
          <a:xfrm>
            <a:off x="489204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FD9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4937760" y="315468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0BEC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National-scale AI-native transformation — the first country doing this.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937760" y="3931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Finland Gov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413308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unsolicited testimonials from production users.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WITH RUVNET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5029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Data Never Leaves Your Building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3749040" cy="2560320"/>
          </a:xfrm>
          <a:prstGeom prst="rect">
            <a:avLst/>
          </a:prstGeom>
          <a:solidFill>
            <a:srgbClr val="1A152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143000"/>
            <a:ext cx="3749040" cy="4572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280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AI Works Today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645920"/>
            <a:ext cx="33832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query sends your data to OpenAI/Google/Anthropic servers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trade secrets, customer data, IP — all transmitted externally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can't audit what happens to your data on their infrastructure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teams block AI adoption because of data leakage risk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87% of AI pilots die in legal review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3749040" cy="2560320"/>
          </a:xfrm>
          <a:prstGeom prst="rect">
            <a:avLst/>
          </a:prstGeom>
          <a:solidFill>
            <a:srgbClr val="0D292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43000"/>
            <a:ext cx="374904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280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RuvNet Works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645920"/>
            <a:ext cx="33832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RuVector runs inside your PostgreSQL — your servers, your network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AIMDS scans every input AND output for data leakage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RVF containers run air-gapped — zero internet required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 witness chains prove exactly what happened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HIPAA, GDPR, ITAR, SOC 2 compliance by architecture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3886200"/>
            <a:ext cx="7680960" cy="1005840"/>
          </a:xfrm>
          <a:prstGeom prst="rect">
            <a:avLst/>
          </a:prstGeom>
          <a:solidFill>
            <a:srgbClr val="1A2035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9319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A bank wants AI to analyze 10 years of loan performance data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42062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OpenAI: Upload millions of records to their servers. Compliance says no. Project dies.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RuvNet: Deploy RuVector on your existing PostgreSQL. Add AIMDS middleware. AI analyzes everything locally. Zero data leaves the building. Compliance approves day one.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WITH RUVNET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4114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AI on Your Phone.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Cloud. No Backend.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1887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RVF cognitive containers shrink an entire AI application — model, logic, vector search, memory, security — into a single file that runs in a browser tab or on a phone.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1600200"/>
            <a:ext cx="3749040" cy="10515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600200"/>
            <a:ext cx="54864" cy="105156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645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Genomic Diagnostics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91840" y="16459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155 ns/SNP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194767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3 BILLION DNA base pairs in &lt;100ms. On a $50 phone. In a browser. A rural clinic in Africa gets Johns Hopkins-level diagnostics.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54880" y="1600200"/>
            <a:ext cx="3749040" cy="10515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1600200"/>
            <a:ext cx="54864" cy="105156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645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Service AI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0" y="16459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connectivity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937760" y="194767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technician's phone carries the complete equipment manual, troubleshooting history, and diagnostic AI. Works in a mine shaft with zero signal.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1520" y="2880360"/>
            <a:ext cx="3749040" cy="10515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2880360"/>
            <a:ext cx="54864" cy="105156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29260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Military Intelligence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291840" y="29260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by design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4400" y="322783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 AI that never touches a network. Entire knowledge base + reasoning engine in one file on a ruggedized device.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754880" y="2880360"/>
            <a:ext cx="3749040" cy="10515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54880" y="2880360"/>
            <a:ext cx="54864" cy="105156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29260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Bedside AI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315200" y="29260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D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data transmission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937760" y="322783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tablet runs drug interaction checks, vitals analysis, and treatment protocols. Patient data stays on the device. HIPAA is trivially solved.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31520" y="4297680"/>
            <a:ext cx="7680960" cy="502920"/>
          </a:xfrm>
          <a:prstGeom prst="rect">
            <a:avLst/>
          </a:prstGeom>
          <a:solidFill>
            <a:srgbClr val="1A2035"/>
          </a:solidFill>
          <a:ln/>
        </p:spPr>
      </p:sp>
      <p:sp>
        <p:nvSpPr>
          <p:cNvPr id="27" name="Text 25"/>
          <p:cNvSpPr/>
          <p:nvPr/>
        </p:nvSpPr>
        <p:spPr>
          <a:xfrm>
            <a:off x="914400" y="42976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image: 50-500 MB    |    Minimal container: 5-50 MB    |    RVF WASM: 5.5 KB (9,000x smaller)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WITH RUVNET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5029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Systems at the Knowledge Level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3749040" cy="2103120"/>
          </a:xfrm>
          <a:prstGeom prst="rect">
            <a:avLst/>
          </a:prstGeom>
          <a:solidFill>
            <a:srgbClr val="1A152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143000"/>
            <a:ext cx="3749040" cy="4572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280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Integration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64592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of ETL pipeline development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SQL-level joins — only works if schemas match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when source systems change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connect unstructured data (PDFs, emails, Slack)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$500K-$2M projects that take 6-12 months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3749040" cy="2103120"/>
          </a:xfrm>
          <a:prstGeom prst="rect">
            <a:avLst/>
          </a:prstGeom>
          <a:solidFill>
            <a:srgbClr val="0D292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43000"/>
            <a:ext cx="374904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280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Knowledge-Level Integration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64592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RuVector embeds everything into semantic vectors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Meaning-level joins — works across any data format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Self-healing: adapts when schemas change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PDFs, Slack, email, SQL, APIs seamlessly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Weeks, not months. Knowledge graphs, not pipelines.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3429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Looks Like in Practice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749040"/>
            <a:ext cx="7680960" cy="384048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77647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Insurance Claims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377440" y="377647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250M agents analyzed 40GB of medical data across 8,000 samples and DISCOVERED disease correlations humans missed. No ETL. No schema mapping.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31520" y="4206240"/>
            <a:ext cx="7680960" cy="384048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23367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Search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377440" y="423367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query searches across Salesforce, Jira, Confluence, Slack, and email — by meaning, not keywords. "Show me everything about the Acme deal" returns results from every system.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31520" y="4663440"/>
            <a:ext cx="7680960" cy="384048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469087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 Modernization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377440" y="469087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COBOL systems from the 1990s connected to modern APIs in one afternoon via knowledge embeddings. No rewrite. No translation layer. The AI understands both.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Free — And That Should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Terrify Your Competitors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143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RuvNet is open source. MIT license. Zero licensing cost. The entire 148-capability stack.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1691640"/>
            <a:ext cx="1874520" cy="137160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91640"/>
            <a:ext cx="187452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8745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88920" y="1691640"/>
            <a:ext cx="1874520" cy="137160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88920" y="1691640"/>
            <a:ext cx="187452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1" name="Text 9"/>
          <p:cNvSpPr/>
          <p:nvPr/>
        </p:nvSpPr>
        <p:spPr>
          <a:xfrm>
            <a:off x="2880360" y="18745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2880360" y="25603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Licensing Cost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46320" y="1691640"/>
            <a:ext cx="1874520" cy="137160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46320" y="1691640"/>
            <a:ext cx="187452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18745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148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4937760" y="25603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03720" y="1691640"/>
            <a:ext cx="1874520" cy="137160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903720" y="1691640"/>
            <a:ext cx="187452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9" name="Text 17"/>
          <p:cNvSpPr/>
          <p:nvPr/>
        </p:nvSpPr>
        <p:spPr>
          <a:xfrm>
            <a:off x="6995160" y="18745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80+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6995160" y="25603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Crates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" y="3291840"/>
            <a:ext cx="7680960" cy="640080"/>
          </a:xfrm>
          <a:prstGeom prst="rect">
            <a:avLst/>
          </a:prstGeom>
          <a:solidFill>
            <a:srgbClr val="0D292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31520" y="3291840"/>
            <a:ext cx="54864" cy="64008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" y="3337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FREE MATTERS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05840" y="35661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dollar your competitor spends on licensing, you invest in capability. The gap compounds daily.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31520" y="4160520"/>
            <a:ext cx="7680960" cy="594360"/>
          </a:xfrm>
          <a:prstGeom prst="rect">
            <a:avLst/>
          </a:prstGeom>
          <a:solidFill>
            <a:srgbClr val="1A2035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416052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isn't a trial or freemium trap. This is the full production stack. Open source forever.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at Every Endpoint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entire vector search engine fits in 7.2 kilobytes. It runs in a browser tab.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1417320"/>
            <a:ext cx="2468880" cy="13258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5087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Healthcare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176479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trivially solved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20574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Diagnostics run on the device. Patient data never leaves the hospital.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83280" y="1417320"/>
            <a:ext cx="2468880" cy="13258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20440" y="15087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20440" y="176479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 AI, zero network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20440" y="20574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AI capability in air-gapped environments. No internet required.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1417320"/>
            <a:ext cx="2468880" cy="13258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72200" y="15087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Workers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72200" y="176479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AI without internet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172200" y="20574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workers get complete AI on their laptop — offline, anywhere.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2971800"/>
            <a:ext cx="2468880" cy="13258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8680" y="30632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68680" y="331927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recommendations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68680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systems run AI locally. No cloud round-trip. Instant response.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83280" y="2971800"/>
            <a:ext cx="2468880" cy="13258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520440" y="30632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/ Edge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520440" y="331927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on every device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520440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Sensors, cameras, devices — each one becomes an intelligent endpoint.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35040" y="2971800"/>
            <a:ext cx="2468880" cy="13258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172200" y="30632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Developing World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172200" y="331927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capability as anyone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172200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clinic in rural Africa gets the same AI as Johns Hopkins.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not a feature. This is a paradigm shift. No one else can do this.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Changes When You Deploy RuvNet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 example: Support ticket resolution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3749040" cy="3017520"/>
          </a:xfrm>
          <a:prstGeom prst="rect">
            <a:avLst/>
          </a:prstGeom>
          <a:solidFill>
            <a:srgbClr val="1A152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371600"/>
            <a:ext cx="3749040" cy="411480"/>
          </a:xfrm>
          <a:prstGeom prst="rect">
            <a:avLst/>
          </a:prstGeom>
          <a:solidFill>
            <a:srgbClr val="2A152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37160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 —  45 minutes average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1920240"/>
            <a:ext cx="33832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ticket routing (5-10 min)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manually searches knowledge base (10 min)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memory of similar past tickets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learning from resolutions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requires re-explaining context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security scanning of inputs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Cloud-dependent — outage = no support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371600"/>
            <a:ext cx="3749040" cy="3017520"/>
          </a:xfrm>
          <a:prstGeom prst="rect">
            <a:avLst/>
          </a:prstGeom>
          <a:solidFill>
            <a:srgbClr val="0D292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371600"/>
            <a:ext cx="3749040" cy="411480"/>
          </a:xfrm>
          <a:prstGeom prst="rect">
            <a:avLst/>
          </a:prstGeom>
          <a:solidFill>
            <a:srgbClr val="0D3930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37160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 —  3 minutes average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46320" y="1920240"/>
            <a:ext cx="33832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AIMDS scans input for threats (0.06ms)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Ruflo routes to specialist agent (instant)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RuVector finds relevant context (61µs)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AgentDB recalls all prior interactions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 learns from this resolution ($0)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 via witness chain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offline via RVF container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31520" y="4572000"/>
            <a:ext cx="7680960" cy="411480"/>
          </a:xfrm>
          <a:prstGeom prst="rect">
            <a:avLst/>
          </a:prstGeom>
          <a:solidFill>
            <a:srgbClr val="1A2035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5720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15x faster  |  Self-improving  |  Air-gapped capable  |  Full audit trail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 That Speaks For Itself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results. Not theoretical. Not marketing projections.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2011680"/>
                <a:gridCol w="16459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D4A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Capability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D4A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RuvNet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899A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Industry Baseline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D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Advantage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SWE-Bench Score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GPT-4o: 33.2%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D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HNSW Vector Search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500ms+ (Pinecone)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D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8,000x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 Attention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2.49-7.47x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attention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D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 to 7.47x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 Processing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12.8M QPS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Redis: 3K QPS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D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4,000x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Threat Detection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Rule-based: 10-50ms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D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166-833x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Learning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&lt;1ms, $0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Days, $1K-$100K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D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WASM Runtime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5.5KB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50MB+ containers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D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9,000x smaller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Scale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100K 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10-50 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D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2,000x+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31520" y="42976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above is from actual benchmarks, not projections.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Built the Future 8 Months Early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March 2026, Anthropic launched "sub-agents" for Claude Code. Ruflo shipped multi-agent orchestration in August 2025.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7680960" cy="10058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97280" y="1600200"/>
            <a:ext cx="109728" cy="7315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6002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2025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371600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Ruflo ships multi-agent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(sub-agents)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0" y="1874520"/>
            <a:ext cx="1371600" cy="36576"/>
          </a:xfrm>
          <a:prstGeom prst="rect">
            <a:avLst/>
          </a:prstGeom>
          <a:solidFill>
            <a:srgbClr val="8899AA"/>
          </a:solidFill>
          <a:ln/>
        </p:spPr>
      </p:sp>
      <p:sp>
        <p:nvSpPr>
          <p:cNvPr id="10" name="Text 8"/>
          <p:cNvSpPr/>
          <p:nvPr/>
        </p:nvSpPr>
        <p:spPr>
          <a:xfrm>
            <a:off x="3840480" y="16459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D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months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4960" y="1600200"/>
            <a:ext cx="109728" cy="731520"/>
          </a:xfrm>
          <a:prstGeom prst="rect">
            <a:avLst/>
          </a:prstGeom>
          <a:solidFill>
            <a:srgbClr val="8899AA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0" y="16002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2026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669280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ships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sub-agents (8 months later)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6060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pattern repeats across the stack. RuvNet doesn't follow the industry — the industry follows RuvNet.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3063240"/>
            <a:ext cx="3749040" cy="6400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" y="3063240"/>
            <a:ext cx="54864" cy="64008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1089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RuVector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011680" y="31089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In-process vector search.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14400" y="33832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still uses external vector databases.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54880" y="3063240"/>
            <a:ext cx="3749040" cy="6400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54880" y="3063240"/>
            <a:ext cx="54864" cy="64008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2" name="Text 20"/>
          <p:cNvSpPr/>
          <p:nvPr/>
        </p:nvSpPr>
        <p:spPr>
          <a:xfrm>
            <a:off x="4937760" y="31089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AIMDS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035040" y="31089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Chaos theory security.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937760" y="33832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still uses rule-based WAFs.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31520" y="3840480"/>
            <a:ext cx="3749040" cy="6400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31520" y="3840480"/>
            <a:ext cx="54864" cy="64008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27" name="Text 25"/>
          <p:cNvSpPr/>
          <p:nvPr/>
        </p:nvSpPr>
        <p:spPr>
          <a:xfrm>
            <a:off x="914400" y="38862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RVF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011680" y="3886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5.5KB cognitive containers.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14400" y="41605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still uses Docker (50-500MB).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54880" y="3840480"/>
            <a:ext cx="3749040" cy="6400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754880" y="3840480"/>
            <a:ext cx="54864" cy="64008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32" name="Text 30"/>
          <p:cNvSpPr/>
          <p:nvPr/>
        </p:nvSpPr>
        <p:spPr>
          <a:xfrm>
            <a:off x="4937760" y="38862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SONA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035040" y="3886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Self-optimizing neural architecture.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937760" y="41605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uses static models.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31520" y="4709160"/>
            <a:ext cx="7680960" cy="365760"/>
          </a:xfrm>
          <a:prstGeom prst="rect">
            <a:avLst/>
          </a:prstGeom>
          <a:solidFill>
            <a:srgbClr val="0D2920"/>
          </a:solidFill>
          <a:ln/>
        </p:spPr>
      </p:sp>
      <p:sp>
        <p:nvSpPr>
          <p:cNvPr id="36" name="Text 34"/>
          <p:cNvSpPr/>
          <p:nvPr/>
        </p:nvSpPr>
        <p:spPr>
          <a:xfrm>
            <a:off x="914400" y="4709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standard deviations beyond state of the art. And it's free.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Compound Advantage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Organizations deploying now accumulate advantages that cannot be replicated.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325880"/>
            <a:ext cx="7680960" cy="658368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325880"/>
            <a:ext cx="54864" cy="65836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3624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Proprietary Training Data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600200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interaction generates training data unique to your organization. SONA converts this into LoRA adapters automatically. Your AI gets smarter from your data.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2075688"/>
            <a:ext cx="7680960" cy="658368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075688"/>
            <a:ext cx="54864" cy="658368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11226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Institutional AI Memory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2350008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 + semantic + procedural memory builds organizational knowledge that no competitor can copy or purchase. Your AI knows your company.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31520" y="2825496"/>
            <a:ext cx="7680960" cy="658368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2825496"/>
            <a:ext cx="54864" cy="658368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28620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Domain-Specific Adapters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3099816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adapters fine-tuned on your data. Each adaptation makes the system more valuable and more differentiated from off-the-shelf AI.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3575304"/>
            <a:ext cx="7680960" cy="658368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31520" y="3575304"/>
            <a:ext cx="54864" cy="658368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36118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Threat Intelligence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3849624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AIMDS learns from every attack attempt. Your security posture improves continuously — attackers train your defense against themselves.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1520" y="4434840"/>
            <a:ext cx="7680960" cy="365760"/>
          </a:xfrm>
          <a:prstGeom prst="rect">
            <a:avLst/>
          </a:prstGeom>
          <a:solidFill>
            <a:srgbClr val="2A1520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434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advantage compounds at the speed of AI. Every week you wait, you fall further behind.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Industry Applications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3749040" cy="160020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97280"/>
            <a:ext cx="374904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2070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Services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155448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Algorithmic trading (53.8% accuracy, 87% walk-forward)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compliance monitoring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detection via chaos theory (AIMDS)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749040" cy="160020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97280"/>
            <a:ext cx="3749040" cy="457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12070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Healthcare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92040" y="155448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rvDNA genomic diagnostics on any device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billing automation (Bill Sentry)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compliance trivial via WASM air-gap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2926080"/>
            <a:ext cx="3749040" cy="160020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2926080"/>
            <a:ext cx="3749040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0358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 &amp; Government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8680" y="338328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 AI that never touches a network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 witness chains for audit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National-scale AI transformation (Finland)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54880" y="2926080"/>
            <a:ext cx="3749040" cy="160020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2926080"/>
            <a:ext cx="3749040" cy="4572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18" name="Text 16"/>
          <p:cNvSpPr/>
          <p:nvPr/>
        </p:nvSpPr>
        <p:spPr>
          <a:xfrm>
            <a:off x="4892040" y="30358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892040" y="338328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COBOL-to-Rust migration in one afternoon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RVCOW: 200x cost savings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Self-improving support and operations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Window Is Open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RuvNet has a 12-18 month head start. The gap is closing — but not yet.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7680960" cy="548640"/>
          </a:xfrm>
          <a:prstGeom prst="rect">
            <a:avLst/>
          </a:prstGeom>
          <a:solidFill>
            <a:srgbClr val="0D2920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463040"/>
            <a:ext cx="54864" cy="54864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4630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103120" y="14630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RuvNet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40480" y="14630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148-capability stack shipping today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240280"/>
            <a:ext cx="5029200" cy="54864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2402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2026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103120" y="22402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0480" y="22402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orchestration (sub-agents — 8 months after Ruflo)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3017520"/>
            <a:ext cx="3657600" cy="54864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0175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2026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103120" y="30175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840480" y="30175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framework (limited capabilities)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794760"/>
            <a:ext cx="2286000" cy="54864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37947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2027+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103120" y="3794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/ AWS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840480" y="37947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stack (no WASM, no Prime Radiant)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none of them will have: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1520" y="4800600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WASM 7.2KB  |  Prime Radiant  |  Nervous System  |  RVF Containers  |  39 Attention Mechanisms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 Anywhere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deployment model. SOC 2, HIPAA, GDPR, ITAR compliant.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1874520" cy="20116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371600"/>
            <a:ext cx="187452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1508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K8s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41248" y="22860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Kubernetes-native with auto-scaling.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infrastructure, rapid onboarding.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88920" y="1371600"/>
            <a:ext cx="1874520" cy="20116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88920" y="1371600"/>
            <a:ext cx="1874520" cy="457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2898648" y="1508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898648" y="1920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On-Premise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898648" y="22860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 metal deployment. Full data sovereignty.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hardware, your control.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846320" y="1371600"/>
            <a:ext cx="1874520" cy="20116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846320" y="1371600"/>
            <a:ext cx="1874520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7" name="Text 15"/>
          <p:cNvSpPr/>
          <p:nvPr/>
        </p:nvSpPr>
        <p:spPr>
          <a:xfrm>
            <a:off x="4956048" y="1508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956048" y="1920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56048" y="22860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orchestration with on-premise data.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of both worlds.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03720" y="1371600"/>
            <a:ext cx="1874520" cy="20116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903720" y="1371600"/>
            <a:ext cx="1874520" cy="4572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22" name="Text 20"/>
          <p:cNvSpPr/>
          <p:nvPr/>
        </p:nvSpPr>
        <p:spPr>
          <a:xfrm>
            <a:off x="7013448" y="1508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D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RVF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013448" y="1920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013448" y="22860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Self-booting cognitive containers.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network dependency. Works in a bunker.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31520" y="3657600"/>
            <a:ext cx="7680960" cy="640080"/>
          </a:xfrm>
          <a:prstGeom prst="rect">
            <a:avLst/>
          </a:prstGeom>
          <a:solidFill>
            <a:srgbClr val="0D2920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BONUS: Browser-Only via WASM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14400" y="39776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server. No installation. Just open a web page. The 5.5KB WASM runtime runs the full vector search engine in a browser tab.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RUVNET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Schedule a 30-Minute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Review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743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how the 148-capability agentic stack maps to your specific use case.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474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148+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38862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743200" y="3474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743200" y="38862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Crates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0" y="3474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500K+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754880" y="38862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766560" y="3474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766560" y="38862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43891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899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standard deviations beyond state of the art.  Open source.  Free.  Use it.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4709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ruvnet.com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RuvNet — The Complete Agentic Intelligence Platform</dc:title>
  <dc:subject>PptxGenJS Presentation</dc:subject>
  <dc:creator>RuvNet</dc:creator>
  <cp:lastModifiedBy>RuvNet</cp:lastModifiedBy>
  <cp:revision>1</cp:revision>
  <dcterms:created xsi:type="dcterms:W3CDTF">2026-03-12T18:55:38Z</dcterms:created>
  <dcterms:modified xsi:type="dcterms:W3CDTF">2026-03-12T18:55:38Z</dcterms:modified>
</cp:coreProperties>
</file>