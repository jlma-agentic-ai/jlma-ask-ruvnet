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Projects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Failing.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of enterprise AI pilots never reach production.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is the infrastructure that fixes that.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500K+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5488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76656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|  MIT License  |  ruvnet.com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$2.4 Trillion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spending is massive. But most of it is wasted.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320040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201168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enterprise AI pilots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 production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Gartner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They Fail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5488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orchestration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965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coordinates 50+ AI agents?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31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forget everything between sessions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697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goes undetected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063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offline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= no intelligence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4290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learning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never get smarter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840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vendors give you an engine. You still have to build the car, the road, and the traffic system.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Every AI Provider Is Missing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ship the model. You build the other 11 layers.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5544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0BE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RuvNet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 (&lt;100µs)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Middleware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Air-Gapped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Self-Learning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Anti-Hallucination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 (7.2KB)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92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excels at the model layer. None provide the other 8 layers needed for production.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RuvNet: The Complete Agentic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integrated modules that turn AI models into production-grade autonomous systems.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17320"/>
            <a:ext cx="246888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Ruflo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150+ agent types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 network topologies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6868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 downloads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4173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417320"/>
            <a:ext cx="246888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RuVector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anything in 61µs.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PostgreSQL, not bolted-on RAG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044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8,000x faster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1417320"/>
            <a:ext cx="246888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AgentDB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72200" y="17830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memory types. Agents remember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across sessions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72200" y="2560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12,500x retrieval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10896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3108960"/>
            <a:ext cx="24688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AIMDS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8680" y="3474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Immune System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6868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6 attack types in 0.06ms.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theory-based security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68680" y="4251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 req/sec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310896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383280" y="3108960"/>
            <a:ext cx="24688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1" name="Text 29"/>
          <p:cNvSpPr/>
          <p:nvPr/>
        </p:nvSpPr>
        <p:spPr>
          <a:xfrm>
            <a:off x="352044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RVF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3474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2044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AI into a single file.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Browser, kernel, or bare metal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20440" y="4251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5.5KB runtime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35040" y="3108960"/>
            <a:ext cx="2468880" cy="15087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35040" y="3108960"/>
            <a:ext cx="2468880" cy="45720"/>
          </a:xfrm>
          <a:prstGeom prst="rect">
            <a:avLst/>
          </a:prstGeom>
          <a:solidFill>
            <a:srgbClr val="E879F9"/>
          </a:solidFill>
          <a:ln/>
        </p:spPr>
      </p:sp>
      <p:sp>
        <p:nvSpPr>
          <p:cNvPr id="37" name="Text 35"/>
          <p:cNvSpPr/>
          <p:nvPr/>
        </p:nvSpPr>
        <p:spPr>
          <a:xfrm>
            <a:off x="61722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72200" y="3474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72200" y="3703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gets smarter with every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decision. Zero cost learning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4251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per cycle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Teams. Real Results.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23444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Fox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Builder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12.8M queries/sec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19659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4,000x faster than Redis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database on RuVector that processes 12.8 million queries per second — four thousand times faster than Redis.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23444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23444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 Fleet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66560" y="1325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Engineering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autonomous agents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9659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12 domains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51 AI agents across 12 business domains for fully autonomous quality engineering. Zero manual coordination.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01752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01752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Sentry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3108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years expertise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medical billing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977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doctor with 30 years of AI experience built automated medical billing fraud detection — real clinical use, real savings.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3017520"/>
            <a:ext cx="3749040" cy="15544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3017520"/>
            <a:ext cx="54864" cy="155448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Finland Gov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66560" y="3108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3776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scale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937760" y="37490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transformation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37760" y="3977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government deploying RuvNet for AI-native public services — the first country-scale agentic deployment.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aren't our demos. These are our community's production deployments.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WITH RUVNET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Data Never Leaves Your Building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749040" cy="256032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43000"/>
            <a:ext cx="374904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AI Works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64592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sends your data to OpenAI/Google/Anthropic servers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trade secrets, customer data, IP — all transmitted externally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audit what happens to your data on their infrastructure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 block AI adoption because of data leakage risk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87% of AI pilots die in legal review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3749040" cy="256032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RuvNet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645920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runs inside your PostgreSQL — your servers, your network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every input AND output for data leakage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containers run air-gapped — zero internet required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witness chains prove exactly what happened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HIPAA, GDPR, ITAR, SOC 2 compliance by architecture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886200"/>
            <a:ext cx="7680960" cy="100584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9319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 bank wants AI to analyze 10 years of loan performance data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OpenAI: Upload millions of records to their servers. Compliance says no. Project dies.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RuvNet: Deploy RuVector on your existing PostgreSQL. Add AIMDS middleware. AI analyzes everything locally. Zero data leaves the building. Compliance approves day one.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WITH RUVNET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AI on Your Phone.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Cloud. No Backend.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RVF cognitive containers shrink an entire AI application — model, logic, vector search, memory, security — into a single file that runs in a browser tab or on a phone.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600200"/>
            <a:ext cx="54864" cy="10515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45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Genomic Diagnostics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91840" y="1645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155 ns/SNP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1947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3 BILLION DNA base pairs in &lt;100ms. On a $50 phone. In a browser. A rural clinic in Africa gets Johns Hopkins-level diagnostics.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160020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600200"/>
            <a:ext cx="54864" cy="105156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6459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 AI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0" y="1645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connectivity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19476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technician's phone carries the complete equipment manual, troubleshooting history, and diagnostic AI. Works in a mine shaft with zero signal.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288036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2880360"/>
            <a:ext cx="54864" cy="105156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Military Intelligence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2926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by design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227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 that never touches a network. Entire knowledge base + reasoning engine in one file on a ruggedized device.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3749040" cy="10515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880360"/>
            <a:ext cx="54864" cy="105156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Bedside AI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0" y="2926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data transmission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3227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tablet runs drug interaction checks, vitals analysis, and treatment protocols. Patient data stays on the device. HIPAA is trivially solved.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0" y="4297680"/>
            <a:ext cx="7680960" cy="50292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42976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image: 50-500 MB    |    Minimal container: 5-50 MB    |    RVF WASM: 5.5 KB (9,000x smaller)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WITH RUVNET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029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Systems at the Knowledge Level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749040" cy="210312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43000"/>
            <a:ext cx="374904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6459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ETL pipeline development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SQL-level joins — only works if schemas match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when source systems change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connect unstructured data (PDFs, emails, Slack)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$500K-$2M projects that take 6-12 months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3749040" cy="210312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Knowledge-Level Integration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64592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embeds everything into semantic vectors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Meaning-level joins — works across any data format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Self-healing: adapts when schemas change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PDFs, Slack, email, SQL, APIs seamlessly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Weeks, not months. Knowledge graphs, not pipelines.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Looks Like in Practice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49040"/>
            <a:ext cx="7680960" cy="384048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7764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 Claims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3776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250M agents analyzed 40GB of medical data across 8,000 samples and DISCOVERED disease correlations humans missed. No ETL. No schema mapping.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7680960" cy="384048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336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Search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77440" y="42336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searches across Salesforce, Jira, Confluence, Slack, and email — by meaning, not keywords. "Show me everything about the Acme deal" returns results from every system.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31520" y="4663440"/>
            <a:ext cx="7680960" cy="384048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69087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Modernization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77440" y="46908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COBOL systems from the 1990s connected to modern APIs in one afternoon via knowledge embeddings. No rewrite. No translation layer. The AI understands both.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Algorithms Beat GPUs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massive GPU clusters, RuvNet uses algorithmic efficiency to achieve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superior results at a fraction of the cost.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3749040" cy="219456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54480"/>
            <a:ext cx="374904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Standard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$100M+/year on GPU clusters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every computation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$30-40M/month operational cost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Diminishing returns on scaling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3749040" cy="219456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 Approach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20574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50-90% compute reduction (MinCut)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unnecessary tokens automatically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$1.7M/month operational cost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improve with optimization depth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 → $1.7M/mo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66160" y="3977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50-90%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566160" y="4389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Reduction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45720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MinCut-Gated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3977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7.47x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4389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45720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Attention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at Every Endpoint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vector search engine fits in 7.2 kilobytes. It runs in a browser tab.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7647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trivially solved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run on the device. Patient data never leaves the hospital.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41732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647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AI, zero network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capability in air-gapped environments. No internet required.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Workers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176479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without internet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workers get complete AI on their laptop — offline, anywhere.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97180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30632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33192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recommendations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systems run AI locally. No cloud round-trip. Instant response.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97180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520440" y="30632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/ Edge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3192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 every device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Sensors, cameras, devices — each one becomes an intelligent endpoint.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35040" y="2971800"/>
            <a:ext cx="2468880" cy="13258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72200" y="30632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 World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72200" y="33192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capability as anyone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 in rural Africa gets the same AI as Johns Hopkins.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feature. This is a paradigm shift. No one else can do this.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Changes When You Deploy RuvNet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example: Support ticket resolution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749040" cy="3017520"/>
          </a:xfrm>
          <a:prstGeom prst="rect">
            <a:avLst/>
          </a:prstGeom>
          <a:solidFill>
            <a:srgbClr val="1A15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3749040" cy="41148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 —  45 minutes average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ticket routing (5-10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manually searches knowledge base (10 min)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of similar past tickets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from resolutions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requires re-explaining context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security scanning of inputs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Cloud-dependent — outage = no support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749040" cy="3017520"/>
          </a:xfrm>
          <a:prstGeom prst="rect">
            <a:avLst/>
          </a:prstGeom>
          <a:solidFill>
            <a:srgbClr val="0D292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371600"/>
            <a:ext cx="3749040" cy="411480"/>
          </a:xfrm>
          <a:prstGeom prst="rect">
            <a:avLst/>
          </a:prstGeom>
          <a:solidFill>
            <a:srgbClr val="0D3930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3716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 —  3 minutes average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2024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scans input for threats (0.06ms)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Ruflo routes to specialist agent (instant)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RuVector finds relevant context (61µs)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AgentDB recalls all prior interactions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 learns from this resolution ($0)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via witness chain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via RVF container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572000"/>
            <a:ext cx="7680960" cy="41148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572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15x faster  |  Self-improving  |  Air-gapped capable  |  Full audit trail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That Speaks For Itself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results. Not theoretical. Not marketing projections.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011680"/>
                <a:gridCol w="1645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RuvNet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899A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Industry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Advantage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GPT-4o: 33.2%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HNSW Vector 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500ms+ (Pinecone)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Attention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2.49-7.47x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attention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7.47x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12.8M QPS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Redis: 3K QPS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Rule-based: 10-50ms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166-833x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Learning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&lt;1ms, $0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Days, $1K-$100K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WASM Runtime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5.5KB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50MB+ containers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9,000x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0BE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10-50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D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2,000x+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92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above is from actual benchmarks, not projections.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ROI Is Transformational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87452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325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Cost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16916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$30-40M/mo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2286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4124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$1.7M/mo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2926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41248" y="33832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88920" y="1188720"/>
            <a:ext cx="187452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88920" y="118872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2898648" y="1325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Memory/Storage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98648" y="16916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8986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storage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98648" y="2286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89864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 storage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898648" y="2926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2898648" y="33832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1188720"/>
            <a:ext cx="187452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118872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4" name="Text 22"/>
          <p:cNvSpPr/>
          <p:nvPr/>
        </p:nvSpPr>
        <p:spPr>
          <a:xfrm>
            <a:off x="4956048" y="1325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Optimization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56048" y="16916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560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token cost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56048" y="2286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5604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25-50% of cost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56048" y="2926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50-75%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4956048" y="33832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03720" y="1188720"/>
            <a:ext cx="187452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03720" y="118872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3" name="Text 31"/>
          <p:cNvSpPr/>
          <p:nvPr/>
        </p:nvSpPr>
        <p:spPr>
          <a:xfrm>
            <a:off x="7013448" y="1325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 Cache (INT4)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13448" y="16916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0134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memory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13448" y="2286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01344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6-12% memory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13448" y="2926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88-94%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7013448" y="33832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41" name="Text 39"/>
          <p:cNvSpPr/>
          <p:nvPr/>
        </p:nvSpPr>
        <p:spPr>
          <a:xfrm>
            <a:off x="914400" y="402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savings aren't incremental. They're transformational. Open source means zero licensing cost.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Compound Advantage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deploying now accumulate advantages that cannot be replicated.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2588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3624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Proprietary Training Data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60020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generates training data unique to your organization. SONA converts this into LoRA adapters automatically. Your AI gets smarter from your data.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075688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075688"/>
            <a:ext cx="54864" cy="65836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11226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AI Memory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35000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+ semantic + procedural memory builds organizational knowledge that no competitor can copy or purchase. Your AI knows your company.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825496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825496"/>
            <a:ext cx="54864" cy="658368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862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Domain-Specific Adapters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099816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fine-tuned on your data. Each adaptation makes the system more valuable and more differentiated from off-the-shelf AI.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575304"/>
            <a:ext cx="7680960" cy="658368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575304"/>
            <a:ext cx="54864" cy="658368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Threat Intelligence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849624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AIMDS learns from every attack attempt. Your security posture improves continuously — attackers train your defense against themselves.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6-9 month window before commoditization. None of this can be replicated.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Applications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7490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2070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Services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trading (53.8% accuracy, 87% walk-forward)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compliance monitoring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via chaos theory (AIMDS)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7490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2070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5544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rvDNA genomic diagnostics on any device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billing automation (Bill Sentry)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compliance trivial via WASM air-gap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926080"/>
            <a:ext cx="374904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&amp; Government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3832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AI that never touches a network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witness chains for audit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AI transformation (Finland)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3749040" cy="16002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926080"/>
            <a:ext cx="374904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3035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92040" y="33832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COBOL-to-Rust migration in one afternoon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RVCOW: 200x cost savings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support and operations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Window Is Open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RuvNet has a 12-18 month head start. The gap is closing — but not yet.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0" y="14630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148-capability stack shipping today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240280"/>
            <a:ext cx="5029200" cy="54864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2240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22402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orchestration (MCP expansion)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3657600" cy="54864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017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3017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3017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(limited capabilities)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794760"/>
            <a:ext cx="2286000" cy="54864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7947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3794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AWS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40480" y="3794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stack (no WASM, no Prime Radiant)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none of them will have: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 7.2KB  |  Prime Radiant  |  Nervous System  |  RVF Containers  |  39 Attention Mechanisms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Anywhere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deployment model. SOC 2, HIPAA, GDPR, ITAR compliant.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187452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K8s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with auto-scaling.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infrastructure, rapid onboarding.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88920" y="1371600"/>
            <a:ext cx="187452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28986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8986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986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metal deployment. Full data sovereignty.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hardware, your control.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371600"/>
            <a:ext cx="1874520" cy="4572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17" name="Text 15"/>
          <p:cNvSpPr/>
          <p:nvPr/>
        </p:nvSpPr>
        <p:spPr>
          <a:xfrm>
            <a:off x="49560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9560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560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orchestration with on-premise data.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 worlds.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03720" y="1371600"/>
            <a:ext cx="1874520" cy="20116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1371600"/>
            <a:ext cx="187452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22" name="Text 20"/>
          <p:cNvSpPr/>
          <p:nvPr/>
        </p:nvSpPr>
        <p:spPr>
          <a:xfrm>
            <a:off x="7013448" y="1508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RVF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01344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13448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Self-booting cognitive containers.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network dependency. Works in a bunker.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657600"/>
            <a:ext cx="7680960" cy="640080"/>
          </a:xfrm>
          <a:prstGeom prst="rect">
            <a:avLst/>
          </a:prstGeom>
          <a:solidFill>
            <a:srgbClr val="0D2920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Browser-Only via WASM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3977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server. No installation. Just open a web page. The 5.5KB WASM runtime runs the full vector search engine in a browser tab.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a 30-Minute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Review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the 148-capability agentic stack maps to your specific use case.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4320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5488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76656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deepest agentic infrastructure available.  Open source.  MIT license.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ruvnet.com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RuvNet — The Complete Agentic Intelligence Platform</dc:title>
  <dc:subject>PptxGenJS Presentation</dc:subject>
  <dc:creator>RuvNet</dc:creator>
  <cp:lastModifiedBy>RuvNet</cp:lastModifiedBy>
  <cp:revision>1</cp:revision>
  <dcterms:created xsi:type="dcterms:W3CDTF">2026-03-12T17:12:03Z</dcterms:created>
  <dcterms:modified xsi:type="dcterms:W3CDTF">2026-03-12T17:12:03Z</dcterms:modified>
</cp:coreProperties>
</file>