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RUVNET</a:t>
            </a:r>
            <a:endParaRPr lang="en-US" sz="1800" dirty="0"/>
          </a:p>
        </p:txBody>
      </p:sp>
      <p:pic>
        <p:nvPicPr>
          <p:cNvPr id="4" name="Image 0" descr="/Users/stuartkerr/Code/Ask-Ruvnet/Ask-Ruvnet/docs/presentations/images/01-architecture-overview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6217920" y="1097280"/>
            <a:ext cx="27432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Projects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Failing.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enterprise AI pilots never reach production.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RuvNet is the infrastructure that fixes that.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4320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5488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76656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Crates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|  MIT License  |  ruvnet.com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$2.4 Trillion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spending is massive. But most of it is wasted.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00400" cy="2011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20116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AI pilots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reach production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Gartner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They Fail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orchestration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coordinates 50+ AI agents?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forget everything between sessions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security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goes undetected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offline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= no intelligence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learning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never get smarter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vendors give you an engine. You still have to build the car, the road, and the traffic system.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Every AI Provider Is Missing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ship the model. You build the other 11 layers.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188720"/>
                <a:gridCol w="1554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RuvNet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 (&lt;100µs)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Middleware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/ Air-Gapped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Anti-Hallucination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WASM Runtime (7.2KB)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2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excels at the model layer. None provide the other 8 layers needed for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RuvNet: The Complete Agentic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integrated modules that turn AI models into production-grade autonomous systems.</a:t>
            </a:r>
            <a:endParaRPr lang="en-US" sz="1500" dirty="0"/>
          </a:p>
        </p:txBody>
      </p:sp>
      <p:pic>
        <p:nvPicPr>
          <p:cNvPr id="5" name="Image 0" descr="/Users/stuartkerr/Code/Ask-Ruvnet/Ask-Ruvnet/docs/presentations/images/01-architecture-overview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371600" y="1097280"/>
            <a:ext cx="64008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417320"/>
            <a:ext cx="2468880" cy="15087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417320"/>
            <a:ext cx="246888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Ruflo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150+ agent types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network topologies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68680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 downloads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417320"/>
            <a:ext cx="2468880" cy="15087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417320"/>
            <a:ext cx="24688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RuVector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2044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Engine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anything in 61µs.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PostgreSQL, not bolted-on RAG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520440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8,000x faster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1417320"/>
            <a:ext cx="2468880" cy="15087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1417320"/>
            <a:ext cx="246888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AgentDB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7220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7220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memory types. Agents remember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across sessions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172200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12,500x retrieval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1520" y="3108960"/>
            <a:ext cx="2468880" cy="15087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1520" y="3108960"/>
            <a:ext cx="246888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3"/>
          <p:cNvSpPr/>
          <p:nvPr/>
        </p:nvSpPr>
        <p:spPr>
          <a:xfrm>
            <a:off x="86868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AIMDS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6868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Immune System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6868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6 attack types in 0.06ms.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theory-based security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68680" y="4251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12K+ req/sec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383280" y="3108960"/>
            <a:ext cx="2468880" cy="15087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383280" y="3108960"/>
            <a:ext cx="246888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2" name="Text 29"/>
          <p:cNvSpPr/>
          <p:nvPr/>
        </p:nvSpPr>
        <p:spPr>
          <a:xfrm>
            <a:off x="352044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RVF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52044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52044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AI into a single file.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kernel, or bare metal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520440" y="4251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5.5KB runtime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35040" y="3108960"/>
            <a:ext cx="2468880" cy="15087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035040" y="3108960"/>
            <a:ext cx="2468880" cy="45720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38" name="Text 35"/>
          <p:cNvSpPr/>
          <p:nvPr/>
        </p:nvSpPr>
        <p:spPr>
          <a:xfrm>
            <a:off x="61722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17220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17220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gets smarter with every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decision. Zero cost learning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172200" y="4251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per cycle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Teams. Real Results.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749040" cy="15544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54864" cy="1554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12.8M queries/sec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4,000x faster than Redis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database on RuVector that processes 12.8 million queries per second — four thousand times faster than Redis.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3749040" cy="15544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34440"/>
            <a:ext cx="54864" cy="1554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Fleet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autonomous agents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37760" y="1965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 domains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51 AI agents across 12 business domains for fully autonomous quality engineering. Zero manual coordination.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3749040" cy="15544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017520"/>
            <a:ext cx="54864" cy="1554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Sentry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years expertise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" y="3749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medical billing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with 30 years of AI experience built automated medical billing fraud detection — real clinical use, real savings.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3749040" cy="15544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17520"/>
            <a:ext cx="54864" cy="1554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Finland Gov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6656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scale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937760" y="3749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transformation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government deploying RuvNet for AI-native public services — the first country-scale agentic deployment.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our demos. These are our community's production deployments.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Builders Say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749040" cy="14173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1417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a database on RuVector that processes 12.8 million queries per second — 4,000x faster than Redis.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749040" cy="14173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54864" cy="1417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 autonomous agents across 12 domains. Zero manual coordination.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Fleet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3749040" cy="14173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834640"/>
            <a:ext cx="54864" cy="14173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14400" y="3154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years of medical AI experience. RuvNet is the first stack that actually works in production.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Sentry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1330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834640"/>
            <a:ext cx="3749040" cy="14173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34640"/>
            <a:ext cx="54864" cy="14173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D9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937760" y="3154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National-scale AI-native transformation — the first country doing this.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Finland Gov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1330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unsolicited testimonials from production users.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WITH RUVNET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 Never Leaves Your Building</a:t>
            </a:r>
            <a:endParaRPr lang="en-US" sz="2800" dirty="0"/>
          </a:p>
        </p:txBody>
      </p:sp>
      <p:pic>
        <p:nvPicPr>
          <p:cNvPr id="5" name="Image 0" descr="/Users/stuartkerr/Code/Ask-Ruvnet/Ask-Ruvnet/docs/presentations/images/02-data-sovereignty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143000"/>
            <a:ext cx="3749040" cy="2560320"/>
          </a:xfrm>
          <a:prstGeom prst="rect">
            <a:avLst/>
          </a:prstGeom>
          <a:solidFill>
            <a:srgbClr val="1A15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143000"/>
            <a:ext cx="374904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Works Today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6459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sends your data to OpenAI/Google/Anthropic servers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trade secrets, customer data, IP — all transmitted externally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audit what happens to your data on their infrastructure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block AI adoption because of data leakage risk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87% of AI pilots die in legal review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43000"/>
            <a:ext cx="3749040" cy="2560320"/>
          </a:xfrm>
          <a:prstGeom prst="rect">
            <a:avLst/>
          </a:prstGeom>
          <a:solidFill>
            <a:srgbClr val="0D2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43000"/>
            <a:ext cx="374904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RuvNet Works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16459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RuVector runs inside your PostgreSQL — your servers, your network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AIMDS scans every input AND output for data leakage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RVF containers run air-gapped — zero internet required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witness chains prove exactly what happened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HIPAA, GDPR, ITAR, SOC 2 compliance by architecture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3886200"/>
            <a:ext cx="7680960" cy="100584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931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bank wants AI to analyze 10 years of loan performance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OpenAI: Upload millions of records to their servers. Compliance says no. Project dies.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RuvNet: Deploy RuVector on your existing PostgreSQL. Add AIMDS middleware. AI analyzes everything locally. Zero data leaves the building. Compliance approves day one.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WITH RUVNET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AI on Your Phone.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Cloud. No Backend.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RVF cognitive containers shrink an entire AI application — model, logic, vector search, memory, security — into a single file that runs in a browser tab or on a phone.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749040" cy="10515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54864" cy="10515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Genomic Diagnostics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 ns/SNP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47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3 BILLION DNA base pairs in &lt;100ms. On a $50 phone. In a browser. A rural clinic in Africa gets Johns Hopkins-level diagnostics.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3749040" cy="10515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00200"/>
            <a:ext cx="54864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Service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connectivity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947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technician's phone carries the complete equipment manual, troubleshooting history, and diagnostic AI. Works in a mine shaft with zero signal.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880360"/>
            <a:ext cx="3749040" cy="10515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880360"/>
            <a:ext cx="54864" cy="10515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 Intelligence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2926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by design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2278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AI that never touches a network. Entire knowledge base + reasoning engine in one file on a ruggedized device.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3749040" cy="10515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80360"/>
            <a:ext cx="54864" cy="105156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Bedside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2926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 transmission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32278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tablet runs drug interaction checks, vitals analysis, and treatment protocols. Patient data stays on the device. HIPAA is trivially solved.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297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image: 50-500 MB    |    Minimal container: 5-50 MB    |    RVF WASM: 5.5 KB (9,000x smaller)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WITH RUVNET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Systems at the Knowledge Level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749040" cy="2103120"/>
          </a:xfrm>
          <a:prstGeom prst="rect">
            <a:avLst/>
          </a:prstGeom>
          <a:solidFill>
            <a:srgbClr val="1A15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43000"/>
            <a:ext cx="374904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ETL pipeline development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SQL-level joins — only works if schemas match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when source systems change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connect unstructured data (PDFs, emails, Slack)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$500K-$2M projects that take 6-12 months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3749040" cy="2103120"/>
          </a:xfrm>
          <a:prstGeom prst="rect">
            <a:avLst/>
          </a:prstGeom>
          <a:solidFill>
            <a:srgbClr val="0D2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43000"/>
            <a:ext cx="374904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Knowledge-Level 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RuVector embeds everything into semantic vectors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Meaning-level joins — works across any data format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Self-healing: adapts when schemas change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PDFs, Slack, email, SQL, APIs seamlessly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not months. Knowledge graphs, not pipelines.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Looks Like in Practice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7680960" cy="384048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76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Claims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377647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 agents analyzed 40GB of medical data across 8,000 samples and DISCOVERED disease correlations humans missed. No ETL. No schema mapping.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7680960" cy="384048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33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Search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423367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searches across Salesforce, Jira, Confluence, Slack, and email — by meaning, not keywords. "Show me everything about the Acme deal" returns results from every system.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663440"/>
            <a:ext cx="7680960" cy="384048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908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Modernization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469087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systems from the 1990s connected to modern APIs in one afternoon via knowledge embeddings. No rewrite. No translation layer. The AI understands both.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Free — And That Should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Terrify Your Competitors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RuvNet is open source. MIT license. Zero licensing cost. The entire 148-capability stack.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874520" cy="13716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187452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691640"/>
            <a:ext cx="1874520" cy="13716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691640"/>
            <a:ext cx="187452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874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88036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Cost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1874520" cy="13716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691640"/>
            <a:ext cx="187452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874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691640"/>
            <a:ext cx="1874520" cy="13716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691640"/>
            <a:ext cx="187452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8745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9516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Crates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solidFill>
            <a:srgbClr val="0D2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291840"/>
            <a:ext cx="54864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FREE MATTERS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566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your competitor spends on licensing, you invest in capability. The gap compounds daily.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60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a trial or freemium trap. This is the full production stack. Open source forever.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at Every Endpoint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vector search engine fits in 7.2 kilobytes. It runs in a browser tab.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4688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764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trivially solved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run on the device. Patient data never leaves the hospital.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4688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764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AI, zero network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capability in air-gapped environments. No internet required.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4688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Workers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764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without internet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workers get complete AI on their laptop — offline, anywhere.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971800"/>
            <a:ext cx="24688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319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recommendations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systems run AI locally. No cloud round-trip. Instant response.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971800"/>
            <a:ext cx="24688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2044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/ Edge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319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 every device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cameras, devices — each one becomes an intelligent endpoint.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971800"/>
            <a:ext cx="24688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World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319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capability as anyone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 in rural Africa gets the same AI as Johns Hopkins.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feature. This is a paradigm shift. No one else can do this.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 When You Deploy RuvNet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example: Support ticket resolution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49040" cy="3017520"/>
          </a:xfrm>
          <a:prstGeom prst="rect">
            <a:avLst/>
          </a:prstGeom>
          <a:solidFill>
            <a:srgbClr val="1A15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749040" cy="411480"/>
          </a:xfrm>
          <a:prstGeom prst="rect">
            <a:avLst/>
          </a:prstGeom>
          <a:solidFill>
            <a:srgbClr val="2A152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—  45 minutes average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ticket routing (5-10 min)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manually searches knowledge base (10 min)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similar past tickets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from resolutions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requires re-explaining context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scanning of inputs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Cloud-dependent — outage = no support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749040" cy="3017520"/>
          </a:xfrm>
          <a:prstGeom prst="rect">
            <a:avLst/>
          </a:prstGeom>
          <a:solidFill>
            <a:srgbClr val="0D29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3749040" cy="411480"/>
          </a:xfrm>
          <a:prstGeom prst="rect">
            <a:avLst/>
          </a:prstGeom>
          <a:solidFill>
            <a:srgbClr val="0D393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 —  3 minutes average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AIMDS scans input for threats (0.06ms)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Ruflo routes to specialist agent (instant)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RuVector finds relevant context (61µs)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AgentDB recalls all prior interactions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learns from this resolution ($0)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via witness chain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via RVF container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15x faster  |  Self-improving  |  Air-gapped capable  |  Full audit trail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That Speaks For Itself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results. Not theoretical. Not marketing projections.</a:t>
            </a:r>
            <a:endParaRPr lang="en-US" sz="1400" dirty="0"/>
          </a:p>
        </p:txBody>
      </p:sp>
      <p:pic>
        <p:nvPicPr>
          <p:cNvPr id="5" name="Image 0" descr="/Users/stuartkerr/Code/Ask-Ruvnet/Ask-Ruvnet/docs/presentations/images/video-thumb-The_Agentic_Stack-mid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5486400" y="182880"/>
            <a:ext cx="3200400" cy="182880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01168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RuvNet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Advantage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GPT-4o: 33.2%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 Vector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500ms+ (Pinecone)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8,000x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2.49-7.47x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7.47x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12.8M QPS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Redis: 3K QPS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Rule-based: 10-50ms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166-833x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&lt;1ms, 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Days, $1K-$100K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WASM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50MB+ containers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9,000x smaller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10-50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2,000x+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above is from actual benchmarks, not projections.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the Future 8 Months Early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March 2026, Anthropic launched "sub-agents" for Claude Code. Ruflo shipped multi-agent orchestration in August 2025.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10058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600200"/>
            <a:ext cx="109728" cy="7315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Ruflo ships multi-agent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(sub-agents)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874520"/>
            <a:ext cx="1371600" cy="3657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months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1600200"/>
            <a:ext cx="109728" cy="73152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ships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(8 months later)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606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pattern repeats across the stack. RuvNet doesn't follow the industry — the industry follows RuvNet.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063240"/>
            <a:ext cx="374904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063240"/>
            <a:ext cx="54864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RuVector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vector search.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383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still uses external vector databases.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374904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63240"/>
            <a:ext cx="54864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theory security.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383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still uses rule-based WAFs.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840480"/>
            <a:ext cx="374904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8404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1168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5.5KB cognitive containers.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4160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still uses Docker (50-500MB).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840480"/>
            <a:ext cx="374904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840480"/>
            <a:ext cx="54864" cy="64008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3504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Self-optimizing neural architecture.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160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uses static models.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solidFill>
            <a:srgbClr val="0D2920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standard deviations beyond state of the art. And it's free.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Compound Advantage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deploying now accumulate advantages that cannot be replicated.</a:t>
            </a:r>
            <a:endParaRPr lang="en-US" sz="1400" dirty="0"/>
          </a:p>
        </p:txBody>
      </p:sp>
      <p:pic>
        <p:nvPicPr>
          <p:cNvPr id="5" name="Image 0" descr="/Users/stuartkerr/Code/Ask-Ruvnet/Ask-Ruvnet/docs/presentations/images/03-compounding-advantage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325880"/>
            <a:ext cx="768096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32588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3624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Training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6002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generates training data unique to your organization. SONA converts this into LoRA adapters automatically. Your AI gets smarter from your data.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075688"/>
            <a:ext cx="768096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75688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1122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AI Memory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23500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+ semantic + procedural memory builds organizational knowledge that no competitor can copy or purchase. Your AI knows your company.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2825496"/>
            <a:ext cx="768096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2825496"/>
            <a:ext cx="54864" cy="65836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28620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Adapters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30998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adapters fine-tuned on your data. Each adaptation makes the system more valuable and more differentiated from off-the-shelf AI.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1520" y="3575304"/>
            <a:ext cx="7680960" cy="658368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1520" y="3575304"/>
            <a:ext cx="54864" cy="658368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3611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Threat Intelligence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05840" y="384962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AIMDS learns from every attack attempt. Your security posture improves continuously — attackers train your defense against themselves.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solidFill>
            <a:srgbClr val="2A1520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advantage compounds at the speed of AI. Every week you wait, you fall further behind.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749040" cy="16002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374904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trading (53.8% accuracy, 87% walk-forward)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monitoring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via chaos theory (AIMDS)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16002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74904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rvDNA genomic diagnostics on any device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billing automation (Bill Sentry)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 trivial via WASM air-gap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749040" cy="16002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926080"/>
            <a:ext cx="374904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&amp; Government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AI that never touches a network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witness chains for audit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National-scale AI transformation (Finland)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749040" cy="16002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374904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COBOL-to-Rust migration in one afternoon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RVCOW: 200x cost savings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support and operations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Is Open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RuvNet has a 12-18 month head start. The gap is closing — but not yet.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solidFill>
            <a:srgbClr val="0D29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RuvNet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463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148-capability stack shipping 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5029200" cy="54864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240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orchestration (sub-agents — 8 months after Ruflo)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3657600" cy="54864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17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017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 (limited capabilities)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794760"/>
            <a:ext cx="2286000" cy="54864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AWS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3794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stack (no WASM, no Prime Radiant)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none of them will have: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 7.2KB  |  Prime Radiant  |  Nervous System  |  RVF Containers  |  39 Attention Mechanisms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Anywhere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deployment model. SOC 2, HIPAA, GDPR, ITAR compliant.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874520" cy="2011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187452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 with auto-scaling.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infrastructure, rapid onboarding.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1371600"/>
            <a:ext cx="1874520" cy="2011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371600"/>
            <a:ext cx="18745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898648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98648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98648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 deployment. Full data sovereignty.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hardware, your control.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1874520" cy="2011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71600"/>
            <a:ext cx="187452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56048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orchestration with on-premise data.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371600"/>
            <a:ext cx="1874520" cy="2011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371600"/>
            <a:ext cx="187452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2" name="Text 20"/>
          <p:cNvSpPr/>
          <p:nvPr/>
        </p:nvSpPr>
        <p:spPr>
          <a:xfrm>
            <a:off x="7013448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RVF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13448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13448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Self-booting cognitive containers.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dependency. Works in a bunker.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7680960" cy="640080"/>
          </a:xfrm>
          <a:prstGeom prst="rect">
            <a:avLst/>
          </a:prstGeom>
          <a:solidFill>
            <a:srgbClr val="0D2920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Browser-Only via WASM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977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 No installation. Just open a web page. The 5.5KB WASM runtime runs the full vector search engine in a browser tab.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RUVNET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a 30-Minute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Review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the 148-capability agentic stack maps to your specific use case.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Crates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6656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standard deviations beyond state of the art.  Open source.  Free.  Use 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ruvnet.com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RuvNet — The Complete Agentic Intelligence Platform</dc:title>
  <dc:subject>PptxGenJS Presentation</dc:subject>
  <dc:creator>RuvNet</dc:creator>
  <cp:lastModifiedBy>RuvNet</cp:lastModifiedBy>
  <cp:revision>1</cp:revision>
  <dcterms:created xsi:type="dcterms:W3CDTF">2026-03-12T19:36:40Z</dcterms:created>
  <dcterms:modified xsi:type="dcterms:W3CDTF">2026-03-12T19:36:40Z</dcterms:modified>
</cp:coreProperties>
</file>