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U V N E 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AI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Failing.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 of enterprise AI pilots never reach production.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RuvNet is the infrastructure that fixes that.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500K+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12K+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606040" y="42976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Stars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100K+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0" y="42976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37960" y="42976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Crates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960120"/>
            <a:ext cx="594360" cy="594360"/>
          </a:xfrm>
          <a:prstGeom prst="ellipse">
            <a:avLst/>
          </a:prstGeom>
          <a:solidFill>
            <a:srgbClr val="1A2D47">
              <a:alpha val="70000"/>
            </a:srgbClr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069848"/>
            <a:ext cx="365760" cy="3657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726680" y="1508760"/>
            <a:ext cx="594360" cy="594360"/>
          </a:xfrm>
          <a:prstGeom prst="ellipse">
            <a:avLst/>
          </a:prstGeom>
          <a:solidFill>
            <a:srgbClr val="1A2D47">
              <a:alpha val="70000"/>
            </a:srgbClr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408" y="1618488"/>
            <a:ext cx="365760" cy="36576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537960" y="1874520"/>
            <a:ext cx="594360" cy="594360"/>
          </a:xfrm>
          <a:prstGeom prst="ellipse">
            <a:avLst/>
          </a:prstGeom>
          <a:solidFill>
            <a:srgbClr val="1A2D47">
              <a:alpha val="70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1984248"/>
            <a:ext cx="365760" cy="36576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360920" y="2423160"/>
            <a:ext cx="594360" cy="594360"/>
          </a:xfrm>
          <a:prstGeom prst="ellipse">
            <a:avLst/>
          </a:prstGeom>
          <a:solidFill>
            <a:srgbClr val="1A2D47">
              <a:alpha val="70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48" y="2532888"/>
            <a:ext cx="365760" cy="36576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720840" y="2880360"/>
            <a:ext cx="594360" cy="594360"/>
          </a:xfrm>
          <a:prstGeom prst="ellipse">
            <a:avLst/>
          </a:prstGeom>
          <a:solidFill>
            <a:srgbClr val="1A2D47">
              <a:alpha val="70000"/>
            </a:srgbClr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568" y="2990088"/>
            <a:ext cx="365760" cy="36576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7635240" y="2788920"/>
            <a:ext cx="594360" cy="594360"/>
          </a:xfrm>
          <a:prstGeom prst="ellipse">
            <a:avLst/>
          </a:prstGeom>
          <a:solidFill>
            <a:srgbClr val="1A2D47">
              <a:alpha val="70000"/>
            </a:srgbClr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4968" y="2898648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0080" y="4663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 |  MIT License  |  ruvnet.com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$2.4 Trillion Problem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AI spending is massive. But most of it is wasted.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200400" cy="19202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91640"/>
            <a:ext cx="54864" cy="1920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830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enterprise AI pilots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reach production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Gartner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They Fail</a:t>
            </a:r>
            <a:endParaRPr lang="en-US" sz="2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176272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21488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orchestration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1488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coordinates 50+ AI agents?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633472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54880" y="26060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memory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00800" y="26060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forget between sessions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3090672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54880" y="30632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security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0" y="30632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undetected</a:t>
            </a:r>
            <a:endParaRPr lang="en-US" sz="1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354787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54880" y="35204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offline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00800" y="35204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internet = no intelligence</a:t>
            </a:r>
            <a:endParaRPr lang="en-US" sz="12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4005072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754880" y="39776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learning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400800" y="39776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never get smarter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solidFill>
            <a:srgbClr val="1A2D47"/>
          </a:solidFill>
          <a:ln/>
        </p:spPr>
      </p:sp>
      <p:sp>
        <p:nvSpPr>
          <p:cNvPr id="28" name="Text 21"/>
          <p:cNvSpPr/>
          <p:nvPr/>
        </p:nvSpPr>
        <p:spPr>
          <a:xfrm>
            <a:off x="822960" y="425196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vendors give you an engine. You still have to build the car, the road, and the traffic system.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Every AI Provider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Missing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ship the model. You build the other 8 layers.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7863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371600"/>
                <a:gridCol w="1371600"/>
                <a:gridCol w="13716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Anthropic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RuvNet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C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Multi-Agent Orchestration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2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C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Persistent Memory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2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C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Search (&lt;100µs)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2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C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Middleware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2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C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 / Air-Gapped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2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C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Self-Learning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2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C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Anti-Hallucination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2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8EC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WASM Runtime (7.2KB)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2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provider excels at the model layer. None provide the other 8 layers needed for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RuvNet: The Complete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Stack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integrated modules that turn AI models into production-grade autonomous systems.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560320" cy="14630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74520"/>
            <a:ext cx="2560320" cy="45720"/>
          </a:xfrm>
          <a:prstGeom prst="rect">
            <a:avLst/>
          </a:prstGeom>
          <a:solidFill>
            <a:srgbClr val="FB923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3911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20025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Ruflo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43000" y="2240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 agent types, 5 network topologies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2971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 downloads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29000" y="1874520"/>
            <a:ext cx="2560320" cy="14630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29000" y="1874520"/>
            <a:ext cx="2560320" cy="4572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039112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31920" y="20025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RuVector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931920" y="2240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Search Engine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56616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61µs HNSW search, native PostgreSQL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566160" y="2971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8,000x faster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217920" y="1874520"/>
            <a:ext cx="2560320" cy="14630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17920" y="1874520"/>
            <a:ext cx="2560320" cy="45720"/>
          </a:xfrm>
          <a:prstGeom prst="rect">
            <a:avLst/>
          </a:prstGeom>
          <a:solidFill>
            <a:srgbClr val="60A5F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039112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720840" y="20025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AgentDB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720840" y="2240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Memory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35508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memory types, agents remember everything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355080" y="2971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12,500x retrieval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40080" y="3474720"/>
            <a:ext cx="2560320" cy="14630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40080" y="3474720"/>
            <a:ext cx="2560320" cy="4572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639312"/>
            <a:ext cx="292608" cy="2926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143000" y="3602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AIMDS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1143000" y="38404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Immune System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7724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attack types in 0.06ms, chaos theory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777240" y="4572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12K+ req/sec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3429000" y="3474720"/>
            <a:ext cx="2560320" cy="14630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3429000" y="3474720"/>
            <a:ext cx="2560320" cy="45720"/>
          </a:xfrm>
          <a:prstGeom prst="rect">
            <a:avLst/>
          </a:prstGeom>
          <a:solidFill>
            <a:srgbClr val="F472B6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3639312"/>
            <a:ext cx="292608" cy="29260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931920" y="3602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RVF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3931920" y="38404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Container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356616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a single file, browser or bare metal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3566160" y="4572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5.5KB runtime</a:t>
            </a:r>
            <a:endParaRPr lang="en-US" sz="1300" dirty="0"/>
          </a:p>
        </p:txBody>
      </p:sp>
      <p:sp>
        <p:nvSpPr>
          <p:cNvPr id="41" name="Shape 34"/>
          <p:cNvSpPr/>
          <p:nvPr/>
        </p:nvSpPr>
        <p:spPr>
          <a:xfrm>
            <a:off x="6217920" y="3474720"/>
            <a:ext cx="2560320" cy="14630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6217920" y="3474720"/>
            <a:ext cx="2560320" cy="4572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639312"/>
            <a:ext cx="292608" cy="29260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720840" y="3602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</a:t>
            </a:r>
            <a:endParaRPr lang="en-US" sz="1500" dirty="0"/>
          </a:p>
        </p:txBody>
      </p:sp>
      <p:sp>
        <p:nvSpPr>
          <p:cNvPr id="45" name="Text 37"/>
          <p:cNvSpPr/>
          <p:nvPr/>
        </p:nvSpPr>
        <p:spPr>
          <a:xfrm>
            <a:off x="6720840" y="38404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Teacher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635508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gets smarter with every decision</a:t>
            </a:r>
            <a:endParaRPr lang="en-US" sz="1000" dirty="0"/>
          </a:p>
        </p:txBody>
      </p:sp>
      <p:sp>
        <p:nvSpPr>
          <p:cNvPr id="47" name="Text 39"/>
          <p:cNvSpPr/>
          <p:nvPr/>
        </p:nvSpPr>
        <p:spPr>
          <a:xfrm>
            <a:off x="6355080" y="4572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per cycle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All Fits Together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request flows through a unified pipeline. Security first. Intelligence at every step.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1600200"/>
            <a:ext cx="82296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423160"/>
            <a:ext cx="3749040" cy="7772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423160"/>
            <a:ext cx="3749040" cy="3657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871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RVF: 3-Tier Compute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27706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WASM (5.5KB) | eBPF (kernel bypass) | Unikernel (125ms boot)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2423160"/>
            <a:ext cx="3749040" cy="7772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423160"/>
            <a:ext cx="374904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4871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Nervous System: 5 Bio-Inspired Layers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27706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Sensing (&lt;100ns) | Reflex (&lt;1µs) | Memory | Learning | Coherence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" y="3429000"/>
            <a:ext cx="7863840" cy="411480"/>
          </a:xfrm>
          <a:prstGeom prst="rect">
            <a:avLst/>
          </a:prstGeom>
          <a:solidFill>
            <a:srgbClr val="0D2E2A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Unified Data Plane — 290+ SQL Functions | HNSW Indexing | Drop-in pgvector replacement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3977640"/>
            <a:ext cx="7863840" cy="411480"/>
          </a:xfrm>
          <a:prstGeom prst="rect">
            <a:avLst/>
          </a:prstGeom>
          <a:solidFill>
            <a:srgbClr val="2A1520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9776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Envelope — Witness Chains (ML-DSA-65) | TEE Attestations | PII Redaction | DNA Lineage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4434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MCP Tools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148840" y="4434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 Rust Crates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840480" y="4434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49+ npm Packages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532120" y="4434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 ADRs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223760" y="4434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Modules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R O O F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Teams. Real Results.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3840480" cy="14630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34440"/>
            <a:ext cx="54864" cy="146304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4416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307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Fox Flow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108960" y="13258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Builder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" y="16916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12.8M queries/sec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22960" y="198424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4,000x faster than Redis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2240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RuVector — 12.8 million queries per second.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0" y="1234440"/>
            <a:ext cx="3840480" cy="14630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1234440"/>
            <a:ext cx="54864" cy="1463040"/>
          </a:xfrm>
          <a:prstGeom prst="rect">
            <a:avLst/>
          </a:prstGeom>
          <a:solidFill>
            <a:srgbClr val="FFD93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34416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57800" y="1307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 Fleet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223760" y="13258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Engineering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937760" y="16916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autonomous agents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4937760" y="198424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12 domains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937760" y="2240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manual coordination across 12 business domains.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40080" y="2926080"/>
            <a:ext cx="3840480" cy="14630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0080" y="2926080"/>
            <a:ext cx="54864" cy="1463040"/>
          </a:xfrm>
          <a:prstGeom prst="rect">
            <a:avLst/>
          </a:prstGeom>
          <a:solidFill>
            <a:srgbClr val="34D399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35808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43000" y="2999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Sentry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3108960" y="30175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822960" y="33832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years expertise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822960" y="36758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billing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22960" y="3931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years of medical AI: first stack that works in production.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754880" y="2926080"/>
            <a:ext cx="3840480" cy="14630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754880" y="2926080"/>
            <a:ext cx="54864" cy="1463040"/>
          </a:xfrm>
          <a:prstGeom prst="rect">
            <a:avLst/>
          </a:prstGeom>
          <a:solidFill>
            <a:srgbClr val="60A5FA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035808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257800" y="2999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Finland Gov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7223760" y="30175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4937760" y="33832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scale</a:t>
            </a:r>
            <a:endParaRPr lang="en-US" sz="2000" dirty="0"/>
          </a:p>
        </p:txBody>
      </p:sp>
      <p:sp>
        <p:nvSpPr>
          <p:cNvPr id="35" name="Text 29"/>
          <p:cNvSpPr/>
          <p:nvPr/>
        </p:nvSpPr>
        <p:spPr>
          <a:xfrm>
            <a:off x="4937760" y="36758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transformation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4937760" y="3931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country-scale agentic deployment.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640080" y="44805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aren’t demos. These are production deployments.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WITH RUVNET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Data Never Leaves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Building</a:t>
            </a:r>
            <a:endParaRPr lang="en-US" sz="3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02920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3749040" cy="210312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645920"/>
            <a:ext cx="3749040" cy="3657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190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Works Today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8483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0482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query sends data to external servers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450592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41401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secrets, customer data transmitted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816352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277977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audit trail of what happens to your data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182112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97280" y="314553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teams block AI adoption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868680" y="342900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87% of AI pilots die in legal review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4754880" y="1645920"/>
            <a:ext cx="3749040" cy="2103120"/>
          </a:xfrm>
          <a:prstGeom prst="rect">
            <a:avLst/>
          </a:prstGeom>
          <a:solidFill>
            <a:srgbClr val="0D2E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754880" y="1645920"/>
            <a:ext cx="374904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0" name="Text 13"/>
          <p:cNvSpPr/>
          <p:nvPr/>
        </p:nvSpPr>
        <p:spPr>
          <a:xfrm>
            <a:off x="4937760" y="17190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RuvNet Works</a:t>
            </a:r>
            <a:endParaRPr lang="en-US" sz="15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2084832"/>
            <a:ext cx="164592" cy="16459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212080" y="20482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RuVector runs inside YOUR PostgreSQL</a:t>
            </a:r>
            <a:endParaRPr lang="en-US" sz="11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2450592"/>
            <a:ext cx="164592" cy="16459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212080" y="241401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AIMDS scans every input AND output</a:t>
            </a:r>
            <a:endParaRPr lang="en-US" sz="11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2816352"/>
            <a:ext cx="164592" cy="16459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212080" y="277977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RVF containers run air-gapped</a:t>
            </a:r>
            <a:endParaRPr lang="en-US" sz="11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3182112"/>
            <a:ext cx="164592" cy="164592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212080" y="314553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witness chains for audit</a:t>
            </a:r>
            <a:endParaRPr lang="en-US" sz="1100" dirty="0"/>
          </a:p>
        </p:txBody>
      </p:sp>
      <p:sp>
        <p:nvSpPr>
          <p:cNvPr id="29" name="Text 18"/>
          <p:cNvSpPr/>
          <p:nvPr/>
        </p:nvSpPr>
        <p:spPr>
          <a:xfrm>
            <a:off x="4983480" y="342900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HIPAA, GDPR, ITAR, SOC 2 compliant</a:t>
            </a:r>
            <a:endParaRPr lang="en-US" sz="1000" dirty="0"/>
          </a:p>
        </p:txBody>
      </p:sp>
      <p:sp>
        <p:nvSpPr>
          <p:cNvPr id="30" name="Shape 19"/>
          <p:cNvSpPr/>
          <p:nvPr/>
        </p:nvSpPr>
        <p:spPr>
          <a:xfrm>
            <a:off x="640080" y="3977640"/>
            <a:ext cx="7863840" cy="731520"/>
          </a:xfrm>
          <a:prstGeom prst="rect">
            <a:avLst/>
          </a:prstGeom>
          <a:solidFill>
            <a:srgbClr val="1A2D47"/>
          </a:solidFill>
          <a:ln/>
        </p:spPr>
      </p:sp>
      <p:sp>
        <p:nvSpPr>
          <p:cNvPr id="31" name="Text 20"/>
          <p:cNvSpPr/>
          <p:nvPr/>
        </p:nvSpPr>
        <p:spPr>
          <a:xfrm>
            <a:off x="822960" y="4005072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bank wants AI to analyze 10 years of loan data</a:t>
            </a:r>
            <a:endParaRPr lang="en-US" sz="1100" dirty="0"/>
          </a:p>
        </p:txBody>
      </p:sp>
      <p:sp>
        <p:nvSpPr>
          <p:cNvPr id="32" name="Text 21"/>
          <p:cNvSpPr/>
          <p:nvPr/>
        </p:nvSpPr>
        <p:spPr>
          <a:xfrm>
            <a:off x="822960" y="42519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OpenAI: Upload to their servers. Compliance blocks it. Project dies.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RuvNet: Deploy on your PostgreSQL. AIMDS enforces PII redaction. Zero data leaves. Compliance approves day one.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WITH RUVNET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AI on Your Phone.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Cloud. No Backend.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50292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54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RVF cognitive containers shrink an entire AI application into a single file.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3840480" cy="96012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1965960"/>
            <a:ext cx="54864" cy="9601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0391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Genomic Diagnostics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00400" y="203911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 ns/SNP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2377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BILLION DNA base pairs in &lt;100ms. On a $50 phone.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965960"/>
            <a:ext cx="3840480" cy="96012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965960"/>
            <a:ext cx="54864" cy="9601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20391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Service AI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0" y="203911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connectivity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37760" y="2377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equipment manual + diagnostic AI in a mine shaft.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3154680"/>
            <a:ext cx="3840480" cy="96012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0080" y="3154680"/>
            <a:ext cx="54864" cy="9601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32278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Military Intelligence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200400" y="32278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2960" y="35661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AI that never touches a network. One file.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54880" y="3154680"/>
            <a:ext cx="3840480" cy="96012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54880" y="3154680"/>
            <a:ext cx="54864" cy="9601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4" name="Text 21"/>
          <p:cNvSpPr/>
          <p:nvPr/>
        </p:nvSpPr>
        <p:spPr>
          <a:xfrm>
            <a:off x="4937760" y="32278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Bedside AI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315200" y="32278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data tx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937760" y="35661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interactions + vitals on-device. HIPAA trivially solved.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0080" y="4389120"/>
            <a:ext cx="7863840" cy="347472"/>
          </a:xfrm>
          <a:prstGeom prst="rect">
            <a:avLst/>
          </a:prstGeom>
          <a:solidFill>
            <a:srgbClr val="1A2D47"/>
          </a:solidFill>
          <a:ln/>
        </p:spPr>
      </p:sp>
      <p:sp>
        <p:nvSpPr>
          <p:cNvPr id="28" name="Text 25"/>
          <p:cNvSpPr/>
          <p:nvPr/>
        </p:nvSpPr>
        <p:spPr>
          <a:xfrm>
            <a:off x="822960" y="438912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Docker: 50-500 MB  |  Container: 5-50 MB  |  RVF WASM: 5.5 KB (9,000x smaller)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That Speaks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Itself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results. Not theoretical. Not marketing projections.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594360"/>
            <a:ext cx="548640" cy="54864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920240"/>
                <a:gridCol w="2011680"/>
                <a:gridCol w="19202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RuvNet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Advantage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C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SWE-Bench Score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8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GPT-4o: 33.2%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C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HNSW Vector Search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61µs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8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500ms+ (Pinecone)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8,000x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C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 Processing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12.8M QPS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8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Redis: 3K QPS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4,000x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C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Threat Detection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0.06ms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8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Rule-based: 10-50ms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166-833x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C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Learning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&lt;1ms, $0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8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Days, $1K-$100K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C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WASM Runtime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5.5KB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8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50MB+ containers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9,000x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2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4114800"/>
            <a:ext cx="2560320" cy="5486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40080" y="4114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8,000x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2011680" y="4114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Search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474720" y="4114800"/>
            <a:ext cx="2560320" cy="5486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474720" y="4114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4,000x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4846320" y="4114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Processing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309360" y="4114800"/>
            <a:ext cx="2560320" cy="5486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309360" y="4114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9,000x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7680960" y="4114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Runtime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Built the Future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Months Early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RuvNet doesn’t follow the industry roadmap. The industry follows ours.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1828800"/>
            <a:ext cx="8412480" cy="1463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3337560"/>
            <a:ext cx="1874520" cy="10058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3337560"/>
            <a:ext cx="1874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4290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RuVector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37033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In-process vector search.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still uses external DBs.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0" y="3337560"/>
            <a:ext cx="1874520" cy="10058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0" y="3337560"/>
            <a:ext cx="1874520" cy="3657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3" name="Text 10"/>
          <p:cNvSpPr/>
          <p:nvPr/>
        </p:nvSpPr>
        <p:spPr>
          <a:xfrm>
            <a:off x="2834640" y="34290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AIMDS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834640" y="37033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theory security.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still uses rule-based WAFs.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846320" y="3337560"/>
            <a:ext cx="1874520" cy="10058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46320" y="3337560"/>
            <a:ext cx="1874520" cy="36576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0" y="34290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RVF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37760" y="37033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5.5KB cognitive containers.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still uses Docker.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949440" y="3337560"/>
            <a:ext cx="1874520" cy="10058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949440" y="3337560"/>
            <a:ext cx="1874520" cy="365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1" name="Text 18"/>
          <p:cNvSpPr/>
          <p:nvPr/>
        </p:nvSpPr>
        <p:spPr>
          <a:xfrm>
            <a:off x="7040880" y="34290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040880" y="37033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Self-optimizing neural arch.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uses static models.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solidFill>
            <a:srgbClr val="0D2E2A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" y="45262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standard deviations beyond state of the art. And it’s free.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Free — And That Should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Terrify Your Competitors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source. MIT license. Zero licensing cost. The entire 148-capability stack.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874520" cy="91440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9202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1874520"/>
            <a:ext cx="1874520" cy="91440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19202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743200" y="246888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Cost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874520"/>
            <a:ext cx="1874520" cy="91440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9202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846320" y="246888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1874520"/>
            <a:ext cx="1874520" cy="91440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19202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949440" y="246888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Crates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971800"/>
            <a:ext cx="7863840" cy="502920"/>
          </a:xfrm>
          <a:prstGeom prst="rect">
            <a:avLst/>
          </a:prstGeom>
          <a:solidFill>
            <a:srgbClr val="1A2D47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2971800"/>
            <a:ext cx="54864" cy="5029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299008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FREE MATTERS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8680" y="3182112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dollar your competitor spends on licensing, you invest in capability. The gap compounds daily.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Compound Advantage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3977640"/>
            <a:ext cx="54864" cy="2743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Training Data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39776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interaction generates unique LoRA adapters. Your AI learns from your data.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4297680"/>
            <a:ext cx="54864" cy="2743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AI Memory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0" y="42976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that no competitor can copy. Your AI knows your company.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617720"/>
            <a:ext cx="54864" cy="2743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617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Threat Intelligence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0" y="46177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AIMDS learns from every attack. Attackers train your defense against themselves.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at Every Endpoint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entire vector search engine fits in 7.2 kilobytes. It runs in a browser tab.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2560320" cy="137160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45920"/>
            <a:ext cx="54864" cy="1371600"/>
          </a:xfrm>
          <a:prstGeom prst="rect">
            <a:avLst/>
          </a:prstGeom>
          <a:solidFill>
            <a:srgbClr val="34D39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7099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20574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trivially solved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2331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Diagnostics on-device. Patient data never leaves.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29000" y="1645920"/>
            <a:ext cx="2560320" cy="137160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29000" y="1645920"/>
            <a:ext cx="54864" cy="1371600"/>
          </a:xfrm>
          <a:prstGeom prst="rect">
            <a:avLst/>
          </a:prstGeom>
          <a:solidFill>
            <a:srgbClr val="60A5F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737360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86200" y="17099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66160" y="20574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AI, zero network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566160" y="2331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AI in air-gapped environments.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7920" y="1645920"/>
            <a:ext cx="2560320" cy="137160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645920"/>
            <a:ext cx="54864" cy="1371600"/>
          </a:xfrm>
          <a:prstGeom prst="rect">
            <a:avLst/>
          </a:prstGeom>
          <a:solidFill>
            <a:srgbClr val="FFD93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737360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75120" y="17099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Workers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55080" y="20574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AI without internet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355080" y="2331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AI on a laptop — offline, anywhere.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40080" y="3154680"/>
            <a:ext cx="2560320" cy="137160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0080" y="3154680"/>
            <a:ext cx="54864" cy="1371600"/>
          </a:xfrm>
          <a:prstGeom prst="rect">
            <a:avLst/>
          </a:prstGeom>
          <a:solidFill>
            <a:srgbClr val="FB923C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46120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97280" y="32186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77240" y="35661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recommendations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77240" y="3840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AI locally. No cloud round-trip.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429000" y="3154680"/>
            <a:ext cx="2560320" cy="137160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429000" y="3154680"/>
            <a:ext cx="54864" cy="137160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3246120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886200" y="32186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/ Edge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3566160" y="35661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on every device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3566160" y="3840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sensor becomes an intelligent endpoint.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6217920" y="3154680"/>
            <a:ext cx="2560320" cy="137160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217920" y="3154680"/>
            <a:ext cx="54864" cy="137160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246120"/>
            <a:ext cx="256032" cy="25603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675120" y="32186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World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355080" y="35661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capability as anyone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6355080" y="3840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clinic gets Johns Hopkins-level AI.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640080" y="44805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feature. This is a paradigm shift.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Anywhere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deployment model. SOC 2, HIPAA, GDPR, ITAR compliant.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874520" cy="23774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00200"/>
            <a:ext cx="1874520" cy="36576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7830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3774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40080" y="274320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30632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Kubernetes-native with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auto-scaling. Managed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0" y="1600200"/>
            <a:ext cx="1874520" cy="23774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0" y="1600200"/>
            <a:ext cx="1874520" cy="36576"/>
          </a:xfrm>
          <a:prstGeom prst="rect">
            <a:avLst/>
          </a:prstGeom>
          <a:solidFill>
            <a:srgbClr val="60A5F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17830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43200" y="23774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2743200" y="274320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880360" y="30632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 metal deployment.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data sovereignty.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hardware.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846320" y="1600200"/>
            <a:ext cx="1874520" cy="23774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846320" y="1600200"/>
            <a:ext cx="1874520" cy="36576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688" y="178308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46320" y="23774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4846320" y="274320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+ On-Prem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983480" y="30632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orchestration with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 data. Best of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worlds.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949440" y="1600200"/>
            <a:ext cx="1874520" cy="23774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949440" y="1600200"/>
            <a:ext cx="1874520" cy="36576"/>
          </a:xfrm>
          <a:prstGeom prst="rect">
            <a:avLst/>
          </a:prstGeom>
          <a:solidFill>
            <a:srgbClr val="FFD93D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08" y="178308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49440" y="23774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RVF</a:t>
            </a:r>
            <a:endParaRPr lang="en-US" sz="2600" dirty="0"/>
          </a:p>
        </p:txBody>
      </p:sp>
      <p:sp>
        <p:nvSpPr>
          <p:cNvPr id="28" name="Text 22"/>
          <p:cNvSpPr/>
          <p:nvPr/>
        </p:nvSpPr>
        <p:spPr>
          <a:xfrm>
            <a:off x="6949440" y="274320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086600" y="30632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Self-booting cognitive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containers. Zero network.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 a bunker.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640080" y="3977640"/>
            <a:ext cx="7863840" cy="594360"/>
          </a:xfrm>
          <a:prstGeom prst="rect">
            <a:avLst/>
          </a:prstGeom>
          <a:solidFill>
            <a:srgbClr val="0D2E2A"/>
          </a:solidFill>
          <a:ln/>
        </p:spPr>
      </p:sp>
      <p:sp>
        <p:nvSpPr>
          <p:cNvPr id="31" name="Text 25"/>
          <p:cNvSpPr/>
          <p:nvPr/>
        </p:nvSpPr>
        <p:spPr>
          <a:xfrm>
            <a:off x="822960" y="3995928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Browser-Only via WASM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822960" y="423367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server. No installation. The 5.5KB WASM runtime runs the full vector search engine in a browser tab.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5486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U V N E 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5544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a 30-Minute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Review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how the 148-capability agentic stack maps to your specific use case.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88720" y="3337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148+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188720" y="37033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17520" y="3337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017520" y="37033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Crates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46320" y="3337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500K+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846320" y="37033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675120" y="3337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675120" y="37033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standard deviations beyond state of the art. Open source. Free. Use it.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" y="4343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ruvnet.com  |  github.com/ruvnet  |  hello@ruvnet.com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RuvNet CEO Investment Deck 2026</dc:title>
  <dc:subject>PptxGenJS Presentation</dc:subject>
  <dc:creator>RuvNet</dc:creator>
  <cp:lastModifiedBy>RuvNet</cp:lastModifiedBy>
  <cp:revision>1</cp:revision>
  <dcterms:created xsi:type="dcterms:W3CDTF">2026-03-13T12:55:32Z</dcterms:created>
  <dcterms:modified xsi:type="dcterms:W3CDTF">2026-03-13T12:55:32Z</dcterms:modified>
</cp:coreProperties>
</file>