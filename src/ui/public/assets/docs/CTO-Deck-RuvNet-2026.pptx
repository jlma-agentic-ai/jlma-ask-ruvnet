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/Users/stuartkerr/Code/Ask-Ruvnet/Ask-Ruvnet/docs/presentations/images/01-architecture-overview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5943600" y="731520"/>
            <a:ext cx="301752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RUVNET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capabilities across 14 modules. Production-grade agentic infrastructure.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80+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Crates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290+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74320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5488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265K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76656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 |  ruvnet.com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Providers Actually Ship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ship the inference endpoint. You build the other 11 layers.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005840"/>
                <a:gridCol w="1005840"/>
                <a:gridCol w="914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Capability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OpenAI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Google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RuvNet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(150+ types)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Memory (4 types)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 (&lt;100µs)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Middleware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/ Air-Gapped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Self-Learning (&lt;1ms)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WASM Runtime (7.2KB)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Anti-Hallucination (formal)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Analytics (GNN)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Protocol (96 tools)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Sovereignty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modules. Unified data plane. Security envelope.</a:t>
            </a:r>
            <a:endParaRPr lang="en-US" sz="1300" dirty="0"/>
          </a:p>
        </p:txBody>
      </p:sp>
      <p:pic>
        <p:nvPicPr>
          <p:cNvPr id="5" name="Image 0" descr="/Users/stuartkerr/Code/Ask-Ruvnet/Ask-Ruvnet/docs/presentations/images/01-architecture-overview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7315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7315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10972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463040" y="1097280"/>
            <a:ext cx="109728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463040" y="1097280"/>
            <a:ext cx="10972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508760" y="1188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AIMDS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0876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0.06ms scan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60320" y="10972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834640" y="1097280"/>
            <a:ext cx="11887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34640" y="1097280"/>
            <a:ext cx="11887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288036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Ruflo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80360" y="1417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topologies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023360" y="10972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97680" y="1097280"/>
            <a:ext cx="109728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97680" y="109728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19"/>
          <p:cNvSpPr/>
          <p:nvPr/>
        </p:nvSpPr>
        <p:spPr>
          <a:xfrm>
            <a:off x="4343400" y="1188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RuVector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4340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61µs search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94960" y="10972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0" y="1097280"/>
            <a:ext cx="109728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0" y="109728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0" y="1188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AgentDB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71500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memory types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766560" y="10972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040880" y="1097280"/>
            <a:ext cx="10058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040880" y="1097280"/>
            <a:ext cx="10058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7086600" y="1188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86600" y="1417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RL algorithms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046720" y="10972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321040" y="1097280"/>
            <a:ext cx="73152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321040" y="1097280"/>
            <a:ext cx="7315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Text 34"/>
          <p:cNvSpPr/>
          <p:nvPr/>
        </p:nvSpPr>
        <p:spPr>
          <a:xfrm>
            <a:off x="8366760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1A2230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RVF: 3-Tier Compute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94360" y="23774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(5.5KB)  |  eBPF (kernel bypass)  |  Unikernel (125ms Linux boot)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75488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Nervous System: 5 Bio-Inspired Layers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54880" y="2377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(&lt;100ns)  |  Reflex (&lt;1µs)  |  Memory (10³⁰ cap)  |  Learning  |  Coherence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2A2E"/>
          </a:solidFill>
          <a:ln/>
        </p:spPr>
      </p:sp>
      <p:sp>
        <p:nvSpPr>
          <p:cNvPr id="44" name="Text 41"/>
          <p:cNvSpPr/>
          <p:nvPr/>
        </p:nvSpPr>
        <p:spPr>
          <a:xfrm>
            <a:off x="594360" y="3017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Unified Data Plane — 290+ SQL Functions  |  HNSW Indexing  |  RuVector Extension  |  Drop-in pgvector replacement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A1520"/>
          </a:solidFill>
          <a:ln/>
        </p:spPr>
      </p:sp>
      <p:sp>
        <p:nvSpPr>
          <p:cNvPr id="46" name="Text 43"/>
          <p:cNvSpPr/>
          <p:nvPr/>
        </p:nvSpPr>
        <p:spPr>
          <a:xfrm>
            <a:off x="594360" y="36576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Envelope — Witness Chains (ML-DSA-65 Post-Quantum)  |  TEE Attestations  |  PII Redaction  |  DNA Lineage Tracking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5720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MCP Tools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10312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80+ Rust Crates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7490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49+ npm Packages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39496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25+ ADRs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04088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Modules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Philosophy: Algorithms Beat GPUs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throws hardware at problems. We throw mathematics.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749040" cy="2560320"/>
          </a:xfrm>
          <a:prstGeom prst="rect">
            <a:avLst/>
          </a:prstGeom>
          <a:solidFill>
            <a:srgbClr val="1A152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3749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Brute Force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$100M+/year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GPU clusters required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$30M/month operational costs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 with data volume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to cloud providers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impact: enormous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749040" cy="2560320"/>
          </a:xfrm>
          <a:prstGeom prst="rect">
            <a:avLst/>
          </a:prstGeom>
          <a:solidFill>
            <a:srgbClr val="0D2A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Algorithmic Efficiency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$1.7M/month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MinCut-Gated: 50-90% compute skip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Transformer optimization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commodity hardware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scaling with HNSW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5.5KB WASM runtime, zero GPUs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$30M/month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4114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404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$1.7M/month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41148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94% cost reduction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4622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capabilities. Better results. A fraction of the cost.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Pi: Decentralized Collective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collective intelligence network where AI agents contribute knowledge alongside humans.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76809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Decentralized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280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1280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Cryptographic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1280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solidFill>
            <a:srgbClr val="1A10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π.ruv.io — LIVE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514600"/>
            <a:ext cx="374904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514600"/>
            <a:ext cx="54864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578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Specifications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384-dimension vectors (all-MiniLM-L6-v2)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verification of all contributions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contribution from AI + humans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integration (pi-brain tools)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persistence across sessions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374904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514600"/>
            <a:ext cx="54864" cy="2011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78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RAG — true collective intelligence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across all participants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for semantic storage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authority — fully decentralized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RuVector + RVF infrastructure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solidFill>
            <a:srgbClr val="1A103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that grows with every participant. AI agents and humans contributing to the same knowledge graph.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RVF: The Executable Knowledge Unit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24-segment binary format. Not a database file — an executable that contains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2468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Data (3)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Metadata, Indexes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34440"/>
            <a:ext cx="24688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Model (3)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deltas, GGUF weights, Inference config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COW Branching (4)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Git-like versioning (200x savings)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46888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468880"/>
            <a:ext cx="24688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(2)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chains (ML-DSA-65), TEE attestations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46888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468880"/>
            <a:ext cx="2468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(3+)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(5.5KB) | eBPF | Unikernel (125ms)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46888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468880"/>
            <a:ext cx="24688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144768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 Container (9)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44768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tools + authority + evaluation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image: 50-500 MB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container: 5-50 MB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RVF WASM runtime: 5.5 KB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206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 are megabytes. An RVF WASM runtime is 5.5 kilobytes.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Compute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 format. Three execution environments. Deploy anywhere.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1: WASM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5.5-46KB  |  &lt;1ms boot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280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IoT, phone, edge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5819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vector search + agent runtime in a file smaller than a favicon. Zero installation. Runs in any browser tab.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194560"/>
            <a:ext cx="54864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2: eBPF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10-50KB  |  &lt;20ms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bypass, XDP, 10Gbps+ wire speed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542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Network-level intelligence. Packet inspection at wire speed. No context switches. No user-space overhead.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1546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3: Unikernel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Linux  |  125ms boot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metal, production, VM isolation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502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Linux environment. Production-grade isolation. From cold start to serving in 125 milliseconds.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37490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160520"/>
            <a:ext cx="3749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336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Progressive Indexing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4348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 Brute Force → L1 HNSW → L2 LSH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6451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Auto-promotes as data grows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4160520"/>
            <a:ext cx="37490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416052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2336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Temperature-Tiered Quantization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4348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 fp32 → Warm fp16 → Cold int8/binary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6451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 lifecycle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Bio-Inspired Nervous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metaphor — implemented computational neuroscience. 22.9K lines, 359 tests.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5303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1: SENSING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280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&lt;100ns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ring buffers, 10K+ events/ms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892808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892808"/>
            <a:ext cx="54864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2: REFLEX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938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&lt;1µs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671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K-Winner-Take-All, dendritic coincidence detection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551176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551176"/>
            <a:ext cx="54864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596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3: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25968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10³⁰ cap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254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Hyperdimensional Computing, XOR binding &lt;50ns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209544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209544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2552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4: LEARNING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2552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O(1)/synapse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4838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BTSP one-shot, E-prop online, EWC++ anti-forgetting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3867912"/>
            <a:ext cx="768096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867912"/>
            <a:ext cx="54864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5: COHERENCE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913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40Hz gamma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1422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Kuramoto oscillators, global workspace, predictive coding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 Controller: 5-50x compute savings during quiet periods — the system sleeps when you do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Composable Attention Mechanisms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Mix, compose, and stack. Every mechanism is a building block.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56032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25603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20700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 (2.49-7.47x)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4676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Multi-Head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2821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198882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Grouped-Query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24942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Cross-Attention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25100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Self-Attention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" y="277063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/ Masked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303123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Sliding Window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" y="329184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Dilated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35524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381304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" y="407365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" y="433425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1097280"/>
            <a:ext cx="256032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1097280"/>
            <a:ext cx="25603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3584448" y="120700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MinCut-Gated (50-90%)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84448" y="14676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Hyperbolic (Poincaré)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84448" y="172821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MoE Attention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84448" y="198882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NSA (Nvidia)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84448" y="224942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Longformer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84448" y="25100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BigBird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84448" y="277063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84448" y="303123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Reformer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84448" y="329184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Linformer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84448" y="35524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FNet (FFT)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84448" y="381304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Nyström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84448" y="407365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Feature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84448" y="433425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1097280"/>
            <a:ext cx="256032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097280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120700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GraphRoPE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27648" y="14676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 Position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27648" y="172821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ALiBi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198882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RoPE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27648" y="224942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Perceiver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27648" y="25100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Transformer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27648" y="277063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Block-Sparse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27648" y="303123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Low-Rank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27648" y="329184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27648" y="35524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Memory-Augmented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27648" y="381304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Fusion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27648" y="407365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Retentive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27648" y="433425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GraphRoPE: hop-distance-aware position embeddings for graph-structured data — a RuvNet original.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Radiant: Formal Verification for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can be wrong. Mathematical proofs cannot.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4688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2468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Cohomology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Sheaf Laplacian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statement consistency across knowledge domains. Detects contradictions invisible to statistical methods.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4688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280160"/>
            <a:ext cx="24688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Spectral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Eigenvalue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93008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reasoning chains into frequency components. Anomalous eigenvalues flag unsupported logical jumps.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4688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80160"/>
            <a:ext cx="2468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Pearl's do-calculus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correlation from causation. Validates counterfactual reasoning using formal causal graphs.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7680960" cy="822960"/>
          </a:xfrm>
          <a:prstGeom prst="rect">
            <a:avLst/>
          </a:prstGeom>
          <a:solidFill>
            <a:srgbClr val="1A152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 engine disagrees → output flagged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mathematical frameworks must reach consensus before any output is marked as verified. This is formal verification, not confidence scoring. A 99.9% confidence score still hallucinates 1 in 1,000 times. Mathematical proof does not.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12-agent swarm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~35K LOC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verification engines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production-grade anti-hallucination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AIMDS: Security via Chaos Theory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pipeline. Lyapunov chaos detection. Mathematical certainty, not heuristics.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46888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2468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1: DETECTION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detection patterns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Aho-Corasick matching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 processing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46888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234440"/>
            <a:ext cx="24688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2: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3008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93008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Lyapunov chaos detection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LTL policy verification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divergence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46888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2468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3: RESPONSE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44768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&lt;50ms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44768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adaptive strategies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25-level strange-loop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mitigation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solidFill>
            <a:srgbClr val="1A152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Lyapunov Chaos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Lyapunov exponent = system diverging from expected behavior = adversarial. Same mathematics that predicts weather chaos. Detects novel attacks without pattern libraries.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782KB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Size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&gt;12K/s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834640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Requests/Sec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&lt;5%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37760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0.06ms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40880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 + ReasoningBank: Real-Time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makes the system smarter. Automatically. &lt;1ms. $0.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749040" cy="1463040"/>
          </a:xfrm>
          <a:prstGeom prst="rect">
            <a:avLst/>
          </a:prstGeom>
          <a:solidFill>
            <a:srgbClr val="0D2A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SONA: Two-Tier LoRA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MicroLoRA (rank-2, ~45µs): instant reactions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BaseLoRA (rank-16, ~500µs): deep learning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cost, &lt;1ms latency, zero downtime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EWC++ prevents catastrophic forgetting (45% less)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749040" cy="1463040"/>
          </a:xfrm>
          <a:prstGeom prst="rect">
            <a:avLst/>
          </a:prstGeom>
          <a:solidFill>
            <a:srgbClr val="1A152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3749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Fine-Tuning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weeks of training time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$1K-$100K per fine-tune cycle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scheduled downtime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 on new domains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ReasoningBank 4-Step Pipeline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18745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192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RETRIEVE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search for similar past decisions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3291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3291840"/>
            <a:ext cx="18745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33192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JUDGE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verdicts based on outcomes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3291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291840"/>
            <a:ext cx="18745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3192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DISTILL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Micro-LoRA pattern extraction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20840" y="329184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3291840"/>
            <a:ext cx="18745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33192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CONSOLIDATE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EWC++ prevents forgetting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152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Retrieval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2,211/s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83464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Ops/Sec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+55%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93776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4088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RuVector: PostgreSQL-Native Vector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separate vector database. A PostgreSQL extension. ACID transactions on vector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7490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374904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Capabilities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290+ SQL functions in-process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indexing (61µs search latency)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pgvector replacement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on vector ops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vectors with relational data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Rust crates for extensions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indexing (L0/L1/L2)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7490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RVCOW: Multi-Tenant Economics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parent + 1,000 tenants = ~2.5MB/tenant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103120"/>
          <a:ext cx="3383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Approach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$51,200/mo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RVCOW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4632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branch creation: </a:t>
            </a:r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CowMap cluster lookup: </a:t>
            </a:r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61µs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3152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Search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83464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8,000x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83464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Pinecone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290+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93776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408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200x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04088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Savings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Analytics: MinCut + GNN + HNSW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Stoer-Wagner algorithm. 448+ tests. Production graph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74904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MinCut Applications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architectural bottlenecks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weak points in distributed systems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natural module boundaries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attack surface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topology optimization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detection via absence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74904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374904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GNN on HNSW Topology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GCN, GAT, GraphSAGE implementations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GraphRoPE: hop-distance-aware embeddings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community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clustering (K-way)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Bridge/articulation point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MinCut for real-time health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Proof Points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24688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Pinterest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096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 hit-rate improvement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2793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recommendation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3886200"/>
            <a:ext cx="24688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Maps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4096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better ETA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42793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routing optimization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3886200"/>
            <a:ext cx="24688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Uber Eats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4096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 engagement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42793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Graph-ranked discovery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448+ tests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/Users/stuartkerr/Code/Ask-Ruvnet/Ask-Ruvnet/docs/presentations/images/04-code-terminal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 In 5 Lines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multi-agent swarms. Self-learning. Self-healing. One require statement.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8046720" cy="3337560"/>
          </a:xfrm>
          <a:prstGeom prst="rect">
            <a:avLst/>
          </a:prstGeom>
          <a:solidFill>
            <a:srgbClr val="151E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51560"/>
            <a:ext cx="80467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14300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ruflo = 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'ruflo'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14173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Initialize a self-healing agent swarm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160020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swarm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ruflo.swarm.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17830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topology: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'hierarchical'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agents: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strategy: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'specialized'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965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22128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Deploy 51 autonomous agents in one command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23957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fleet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swarm.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25786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domains: [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'billing'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'compliance'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'support'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276148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memory: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'persistent'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AgentDB - agents remember everything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29443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'aimds'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Chaos theory threat detection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31272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runtime: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'rvf-wasm'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5.5KB - runs anywhere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" y="33101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35387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'resolution'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{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" y="37216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SONA generates LoRA adapters automatically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" y="38587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Your AI gets smarter. Zero cost. Zero effort.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2960" y="40416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shipped sub-agents in March 2026. Ruflo shipped this in August 2025. 8 months earlier.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Benchmarks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against best-in-class competitors.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19456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Metric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RuvNet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Best Competitor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Advantage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61µs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500ms+ (Pinecone)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8,000x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Fox Flow QPS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12.8M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3K (Redis)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4,000x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0.06ms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~10ms (rule-based)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167x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WASM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5.5KB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100MB+ (containers)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18,000x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&lt;1ms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Days-weeks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&gt;86Mx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~10-50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2,000x+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84.8%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33.2% (GPT-4o)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8,000x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3464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4,000x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83464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3776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167x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3776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4088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18,000x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0408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Runtime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protocol. PostgreSQL-native. Drop-in pgvector replacement.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74904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Protocol: 96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loading for performance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+ memory + search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+ workflow engine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+ graph analytics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74904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374904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PostgreSQL-Native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vector database deployment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290+ SQL functions in-process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on vector ops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pgvector migration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APIs, SDKs &amp; Integration Points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246888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HTTP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474720"/>
            <a:ext cx="246888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binary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474720"/>
            <a:ext cx="246888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SDK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 safety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246888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69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SDK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4069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4023360"/>
            <a:ext cx="246888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069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WASM SDK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4069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search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4023360"/>
            <a:ext cx="246888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069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4069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solidFill>
            <a:srgbClr val="0D2A2E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MCP Tools  |  290+ SQL Functions  |  Drop-in pgvector  |  49+ npm Packages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 in 3 months. Incremental value at every phase.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8745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1874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Foundation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RuVector PostgreSQL extension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AIMDS security middleware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agent deployment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 configuration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1234440"/>
            <a:ext cx="18745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234440"/>
            <a:ext cx="1874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1600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19202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AgentDB memory (4 types)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ReasoningBank + SONA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Ruflo orchestration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18745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234440"/>
            <a:ext cx="18745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Customize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600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9202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development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LoRA training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 deployment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234440"/>
            <a:ext cx="18745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234440"/>
            <a:ext cx="1874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Scale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1600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9202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scaling + monitoring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edge deployment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RVCOW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swarm topologies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343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standalone value. No big-bang migration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RUVNET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a 30-Minute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148+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Crates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4320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Algorithms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Bio-Inspired Layers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RVF Segment Types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standard deviations beyond state of the art. Open source. Free.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ruvnet.com  |  hello@ruvnet.com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RuvNet CTO Architecture Deep Dive</dc:title>
  <dc:subject>PptxGenJS Presentation</dc:subject>
  <dc:creator>RuvNet</dc:creator>
  <cp:lastModifiedBy>RuvNet</cp:lastModifiedBy>
  <cp:revision>1</cp:revision>
  <dcterms:created xsi:type="dcterms:W3CDTF">2026-03-13T20:39:36Z</dcterms:created>
  <dcterms:modified xsi:type="dcterms:W3CDTF">2026-03-13T20:39:36Z</dcterms:modified>
</cp:coreProperties>
</file>